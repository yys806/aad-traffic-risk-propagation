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0" r:id="rId2"/>
    <p:sldId id="261" r:id="rId3"/>
  </p:sldIdLst>
  <p:sldSz cx="13792200" cy="103441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502D"/>
    <a:srgbClr val="1D5A78"/>
    <a:srgbClr val="A83A32"/>
    <a:srgbClr val="38557A"/>
    <a:srgbClr val="2E6A51"/>
    <a:srgbClr val="514777"/>
    <a:srgbClr val="102A43"/>
    <a:srgbClr val="C9ADDB"/>
    <a:srgbClr val="666666"/>
    <a:srgbClr val="EFEB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14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341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5.svg"/><Relationship Id="rId50" Type="http://schemas.openxmlformats.org/officeDocument/2006/relationships/image" Target="../media/image48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5" Type="http://schemas.openxmlformats.org/officeDocument/2006/relationships/image" Target="../media/image23.png"/><Relationship Id="rId33" Type="http://schemas.openxmlformats.org/officeDocument/2006/relationships/image" Target="../media/image31.sv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41" Type="http://schemas.openxmlformats.org/officeDocument/2006/relationships/image" Target="../media/image3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32" Type="http://schemas.openxmlformats.org/officeDocument/2006/relationships/image" Target="../media/image30.png"/><Relationship Id="rId37" Type="http://schemas.openxmlformats.org/officeDocument/2006/relationships/image" Target="../media/image35.svg"/><Relationship Id="rId40" Type="http://schemas.openxmlformats.org/officeDocument/2006/relationships/image" Target="../media/image38.png"/><Relationship Id="rId45" Type="http://schemas.openxmlformats.org/officeDocument/2006/relationships/image" Target="../media/image43.sv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sv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svg"/><Relationship Id="rId43" Type="http://schemas.openxmlformats.org/officeDocument/2006/relationships/image" Target="../media/image41.svg"/><Relationship Id="rId48" Type="http://schemas.openxmlformats.org/officeDocument/2006/relationships/image" Target="../media/image46.png"/><Relationship Id="rId8" Type="http://schemas.openxmlformats.org/officeDocument/2006/relationships/image" Target="../media/image6.png"/><Relationship Id="rId51" Type="http://schemas.openxmlformats.org/officeDocument/2006/relationships/image" Target="../media/image49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26" Type="http://schemas.openxmlformats.org/officeDocument/2006/relationships/image" Target="../media/image73.png"/><Relationship Id="rId3" Type="http://schemas.openxmlformats.org/officeDocument/2006/relationships/image" Target="../media/image51.png"/><Relationship Id="rId21" Type="http://schemas.openxmlformats.org/officeDocument/2006/relationships/image" Target="../media/image68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5" Type="http://schemas.openxmlformats.org/officeDocument/2006/relationships/image" Target="../media/image72.png"/><Relationship Id="rId33" Type="http://schemas.openxmlformats.org/officeDocument/2006/relationships/image" Target="../media/image80.png"/><Relationship Id="rId2" Type="http://schemas.openxmlformats.org/officeDocument/2006/relationships/image" Target="../media/image50.png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29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svg"/><Relationship Id="rId11" Type="http://schemas.openxmlformats.org/officeDocument/2006/relationships/image" Target="../media/image58.png"/><Relationship Id="rId24" Type="http://schemas.openxmlformats.org/officeDocument/2006/relationships/image" Target="../media/image71.png"/><Relationship Id="rId32" Type="http://schemas.openxmlformats.org/officeDocument/2006/relationships/image" Target="../media/image79.png"/><Relationship Id="rId5" Type="http://schemas.openxmlformats.org/officeDocument/2006/relationships/image" Target="../media/image53.png"/><Relationship Id="rId15" Type="http://schemas.openxmlformats.org/officeDocument/2006/relationships/image" Target="../media/image62.png"/><Relationship Id="rId23" Type="http://schemas.openxmlformats.org/officeDocument/2006/relationships/image" Target="../media/image70.png"/><Relationship Id="rId28" Type="http://schemas.openxmlformats.org/officeDocument/2006/relationships/image" Target="../media/image75.png"/><Relationship Id="rId10" Type="http://schemas.openxmlformats.org/officeDocument/2006/relationships/image" Target="../media/image55.png"/><Relationship Id="rId19" Type="http://schemas.openxmlformats.org/officeDocument/2006/relationships/image" Target="../media/image66.png"/><Relationship Id="rId31" Type="http://schemas.openxmlformats.org/officeDocument/2006/relationships/image" Target="../media/image78.png"/><Relationship Id="rId4" Type="http://schemas.openxmlformats.org/officeDocument/2006/relationships/image" Target="../media/image52.svg"/><Relationship Id="rId9" Type="http://schemas.openxmlformats.org/officeDocument/2006/relationships/image" Target="../media/image57.png"/><Relationship Id="rId14" Type="http://schemas.openxmlformats.org/officeDocument/2006/relationships/image" Target="../media/image61.png"/><Relationship Id="rId22" Type="http://schemas.openxmlformats.org/officeDocument/2006/relationships/image" Target="../media/image69.png"/><Relationship Id="rId27" Type="http://schemas.openxmlformats.org/officeDocument/2006/relationships/image" Target="../media/image74.png"/><Relationship Id="rId30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437249D-388C-9CA2-18D4-46628D1DC789}"/>
              </a:ext>
            </a:extLst>
          </p:cNvPr>
          <p:cNvSpPr txBox="1"/>
          <p:nvPr/>
        </p:nvSpPr>
        <p:spPr>
          <a:xfrm>
            <a:off x="604266" y="-30586"/>
            <a:ext cx="129288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Study framework for information-mediated action at a distance traffic-risk effects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15ECE77-09FC-4A3A-A63F-CCFEA1F91EBC}"/>
              </a:ext>
            </a:extLst>
          </p:cNvPr>
          <p:cNvSpPr>
            <a:spLocks noGrp="1"/>
          </p:cNvSpPr>
          <p:nvPr/>
        </p:nvSpPr>
        <p:spPr>
          <a:xfrm>
            <a:off x="133350" y="523875"/>
            <a:ext cx="7277100" cy="4914900"/>
          </a:xfrm>
          <a:prstGeom prst="roundRect">
            <a:avLst>
              <a:gd name="adj" fmla="val 0"/>
            </a:avLst>
          </a:prstGeom>
          <a:solidFill>
            <a:srgbClr val="FCFBF8"/>
          </a:solidFill>
          <a:ln w="20955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B35C9B-1BDA-403F-B252-03259F6EAE15}"/>
              </a:ext>
            </a:extLst>
          </p:cNvPr>
          <p:cNvSpPr>
            <a:spLocks noGrp="1"/>
          </p:cNvSpPr>
          <p:nvPr/>
        </p:nvSpPr>
        <p:spPr>
          <a:xfrm>
            <a:off x="142875" y="525971"/>
            <a:ext cx="7258050" cy="4693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3F619C-A479-422A-8068-C84FF1B3A350}"/>
              </a:ext>
            </a:extLst>
          </p:cNvPr>
          <p:cNvSpPr>
            <a:spLocks noGrp="1"/>
          </p:cNvSpPr>
          <p:nvPr/>
        </p:nvSpPr>
        <p:spPr>
          <a:xfrm>
            <a:off x="800100" y="561975"/>
            <a:ext cx="647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025" b="1" i="0">
                <a:solidFill>
                  <a:srgbClr val="FCFBF8"/>
                </a:solidFill>
                <a:latin typeface="Arial"/>
                <a:ea typeface="Arial"/>
                <a:cs typeface="Arial"/>
              </a:defRPr>
            </a:pPr>
            <a:endParaRPr sz="2025" b="1" i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E74B84-DCD1-4A3F-998D-EF9636A37528}"/>
              </a:ext>
            </a:extLst>
          </p:cNvPr>
          <p:cNvSpPr>
            <a:spLocks noGrp="1"/>
          </p:cNvSpPr>
          <p:nvPr/>
        </p:nvSpPr>
        <p:spPr>
          <a:xfrm>
            <a:off x="295275" y="1076325"/>
            <a:ext cx="695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5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endParaRPr sz="1600" b="1" i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040A6F5-F69E-474E-81F9-488A6043CAE0}"/>
              </a:ext>
            </a:extLst>
          </p:cNvPr>
          <p:cNvSpPr>
            <a:spLocks noGrp="1"/>
          </p:cNvSpPr>
          <p:nvPr/>
        </p:nvSpPr>
        <p:spPr>
          <a:xfrm>
            <a:off x="304800" y="1657350"/>
            <a:ext cx="4295775" cy="3600450"/>
          </a:xfrm>
          <a:prstGeom prst="roundRect">
            <a:avLst>
              <a:gd name="adj" fmla="val 2116"/>
            </a:avLst>
          </a:prstGeom>
          <a:solidFill>
            <a:srgbClr val="FCFBF8"/>
          </a:solidFill>
          <a:ln w="20955">
            <a:solidFill>
              <a:srgbClr val="B7DCF1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F9D0C5F-3362-478D-B76C-2A9FF83A3591}"/>
              </a:ext>
            </a:extLst>
          </p:cNvPr>
          <p:cNvSpPr>
            <a:spLocks noGrp="1"/>
          </p:cNvSpPr>
          <p:nvPr/>
        </p:nvSpPr>
        <p:spPr>
          <a:xfrm>
            <a:off x="314325" y="1666875"/>
            <a:ext cx="4276725" cy="323850"/>
          </a:xfrm>
          <a:prstGeom prst="rect">
            <a:avLst/>
          </a:prstGeom>
          <a:solidFill>
            <a:srgbClr val="DDE7EB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08A202-0F13-4CC2-9896-1FB95F993E99}"/>
              </a:ext>
            </a:extLst>
          </p:cNvPr>
          <p:cNvSpPr>
            <a:spLocks noGrp="1"/>
          </p:cNvSpPr>
          <p:nvPr/>
        </p:nvSpPr>
        <p:spPr>
          <a:xfrm>
            <a:off x="400050" y="1666875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4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single-road region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2D81BD-CE65-4A5D-B55A-FA456432C020}"/>
              </a:ext>
            </a:extLst>
          </p:cNvPr>
          <p:cNvSpPr>
            <a:spLocks noGrp="1"/>
          </p:cNvSpPr>
          <p:nvPr/>
        </p:nvSpPr>
        <p:spPr>
          <a:xfrm>
            <a:off x="333375" y="2705100"/>
            <a:ext cx="4238625" cy="1514475"/>
          </a:xfrm>
          <a:prstGeom prst="rect">
            <a:avLst/>
          </a:prstGeom>
          <a:solidFill>
            <a:srgbClr val="AEB5B8"/>
          </a:solidFill>
          <a:ln w="10478">
            <a:solidFill>
              <a:srgbClr val="707B82"/>
            </a:solidFill>
            <a:prstDash val="solid"/>
          </a:ln>
        </p:spPr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D1548896-5BD0-41F6-8C5A-E97F1725D0CE}"/>
              </a:ext>
            </a:extLst>
          </p:cNvPr>
          <p:cNvSpPr>
            <a:spLocks noGrp="1"/>
          </p:cNvSpPr>
          <p:nvPr/>
        </p:nvSpPr>
        <p:spPr>
          <a:xfrm>
            <a:off x="409575" y="3209925"/>
            <a:ext cx="302759" cy="476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A72C5D84-4717-424E-B19E-D101DE49FA5C}"/>
              </a:ext>
            </a:extLst>
          </p:cNvPr>
          <p:cNvSpPr>
            <a:spLocks noGrp="1"/>
          </p:cNvSpPr>
          <p:nvPr/>
        </p:nvSpPr>
        <p:spPr>
          <a:xfrm>
            <a:off x="954541" y="3209925"/>
            <a:ext cx="302759" cy="476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A145360A-FC28-4269-8DCB-959D1BA96264}"/>
              </a:ext>
            </a:extLst>
          </p:cNvPr>
          <p:cNvSpPr>
            <a:spLocks noGrp="1"/>
          </p:cNvSpPr>
          <p:nvPr/>
        </p:nvSpPr>
        <p:spPr>
          <a:xfrm>
            <a:off x="1499507" y="3209925"/>
            <a:ext cx="302759" cy="476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11BF4E3E-C9E9-43E5-BBC2-3056127F91C1}"/>
              </a:ext>
            </a:extLst>
          </p:cNvPr>
          <p:cNvSpPr>
            <a:spLocks noGrp="1"/>
          </p:cNvSpPr>
          <p:nvPr/>
        </p:nvSpPr>
        <p:spPr>
          <a:xfrm>
            <a:off x="2044473" y="3209925"/>
            <a:ext cx="302759" cy="476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B4B2FDB7-F44E-4A01-95FD-7148B16A3156}"/>
              </a:ext>
            </a:extLst>
          </p:cNvPr>
          <p:cNvSpPr>
            <a:spLocks noGrp="1"/>
          </p:cNvSpPr>
          <p:nvPr/>
        </p:nvSpPr>
        <p:spPr>
          <a:xfrm>
            <a:off x="2589439" y="3209925"/>
            <a:ext cx="302759" cy="476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E614F286-4881-4EC1-AB7F-48345E71EA4C}"/>
              </a:ext>
            </a:extLst>
          </p:cNvPr>
          <p:cNvSpPr>
            <a:spLocks noGrp="1"/>
          </p:cNvSpPr>
          <p:nvPr/>
        </p:nvSpPr>
        <p:spPr>
          <a:xfrm>
            <a:off x="3134405" y="3209925"/>
            <a:ext cx="302759" cy="476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13602BBD-7A92-42AA-868A-576959EEB359}"/>
              </a:ext>
            </a:extLst>
          </p:cNvPr>
          <p:cNvSpPr>
            <a:spLocks noGrp="1"/>
          </p:cNvSpPr>
          <p:nvPr/>
        </p:nvSpPr>
        <p:spPr>
          <a:xfrm>
            <a:off x="3679371" y="3209925"/>
            <a:ext cx="302759" cy="476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9FA35A8C-DC0D-4404-8BAB-32A5D5D3F5F5}"/>
              </a:ext>
            </a:extLst>
          </p:cNvPr>
          <p:cNvSpPr>
            <a:spLocks noGrp="1"/>
          </p:cNvSpPr>
          <p:nvPr/>
        </p:nvSpPr>
        <p:spPr>
          <a:xfrm>
            <a:off x="4224338" y="3209925"/>
            <a:ext cx="302759" cy="476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7B57BECE-FA27-4D38-A41B-BD43C34EED93}"/>
              </a:ext>
            </a:extLst>
          </p:cNvPr>
          <p:cNvSpPr>
            <a:spLocks noGrp="1"/>
          </p:cNvSpPr>
          <p:nvPr/>
        </p:nvSpPr>
        <p:spPr>
          <a:xfrm>
            <a:off x="409575" y="3714750"/>
            <a:ext cx="302759" cy="476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B9B6BCC8-F621-4751-9D67-5662A38CF504}"/>
              </a:ext>
            </a:extLst>
          </p:cNvPr>
          <p:cNvSpPr>
            <a:spLocks noGrp="1"/>
          </p:cNvSpPr>
          <p:nvPr/>
        </p:nvSpPr>
        <p:spPr>
          <a:xfrm>
            <a:off x="954541" y="3714750"/>
            <a:ext cx="302759" cy="476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4268FAA5-A062-4832-A6D9-35B486229B44}"/>
              </a:ext>
            </a:extLst>
          </p:cNvPr>
          <p:cNvSpPr>
            <a:spLocks noGrp="1"/>
          </p:cNvSpPr>
          <p:nvPr/>
        </p:nvSpPr>
        <p:spPr>
          <a:xfrm>
            <a:off x="1499507" y="3714750"/>
            <a:ext cx="302759" cy="476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85AFBAD3-2097-47FF-B883-E6A89E5D6ADB}"/>
              </a:ext>
            </a:extLst>
          </p:cNvPr>
          <p:cNvSpPr>
            <a:spLocks noGrp="1"/>
          </p:cNvSpPr>
          <p:nvPr/>
        </p:nvSpPr>
        <p:spPr>
          <a:xfrm>
            <a:off x="2044473" y="3714750"/>
            <a:ext cx="302759" cy="476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14261BAA-F222-4BBD-AC19-08BCEAAFA0BC}"/>
              </a:ext>
            </a:extLst>
          </p:cNvPr>
          <p:cNvSpPr>
            <a:spLocks noGrp="1"/>
          </p:cNvSpPr>
          <p:nvPr/>
        </p:nvSpPr>
        <p:spPr>
          <a:xfrm>
            <a:off x="2589439" y="3714750"/>
            <a:ext cx="302759" cy="476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D902A68E-593A-46CD-BB83-19A8E5829296}"/>
              </a:ext>
            </a:extLst>
          </p:cNvPr>
          <p:cNvSpPr>
            <a:spLocks noGrp="1"/>
          </p:cNvSpPr>
          <p:nvPr/>
        </p:nvSpPr>
        <p:spPr>
          <a:xfrm>
            <a:off x="3134405" y="3714750"/>
            <a:ext cx="302759" cy="476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EA944CBC-A87F-49E2-A977-86DC5D3DE22F}"/>
              </a:ext>
            </a:extLst>
          </p:cNvPr>
          <p:cNvSpPr>
            <a:spLocks noGrp="1"/>
          </p:cNvSpPr>
          <p:nvPr/>
        </p:nvSpPr>
        <p:spPr>
          <a:xfrm>
            <a:off x="3679371" y="3714750"/>
            <a:ext cx="302759" cy="476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ECA09C14-57F0-4FA2-A2FA-63A438342870}"/>
              </a:ext>
            </a:extLst>
          </p:cNvPr>
          <p:cNvSpPr>
            <a:spLocks noGrp="1"/>
          </p:cNvSpPr>
          <p:nvPr/>
        </p:nvSpPr>
        <p:spPr>
          <a:xfrm>
            <a:off x="4224338" y="3714750"/>
            <a:ext cx="302759" cy="476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816EB628-64C9-4573-9CA7-D0844BD3B1BC}"/>
              </a:ext>
            </a:extLst>
          </p:cNvPr>
          <p:cNvSpPr>
            <a:spLocks noGrp="1"/>
          </p:cNvSpPr>
          <p:nvPr/>
        </p:nvSpPr>
        <p:spPr>
          <a:xfrm>
            <a:off x="1595438" y="2133601"/>
            <a:ext cx="19526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00" b="0" i="0">
                <a:solidFill>
                  <a:srgbClr val="18242E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1" i="0">
                <a:solidFill>
                  <a:srgbClr val="1824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Longitudinal interval</a:t>
            </a:r>
          </a:p>
        </p:txBody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72B43995-3DD5-48FA-8CDF-1B6A8B0B04EF}"/>
              </a:ext>
            </a:extLst>
          </p:cNvPr>
          <p:cNvSpPr>
            <a:spLocks noGrp="1"/>
          </p:cNvSpPr>
          <p:nvPr/>
        </p:nvSpPr>
        <p:spPr>
          <a:xfrm>
            <a:off x="1381125" y="2343150"/>
            <a:ext cx="4763" cy="161925"/>
          </a:xfrm>
          <a:prstGeom prst="line">
            <a:avLst/>
          </a:prstGeom>
          <a:noFill/>
          <a:ln w="19050">
            <a:solidFill>
              <a:srgbClr val="18242E"/>
            </a:solidFill>
            <a:prstDash val="solid"/>
          </a:ln>
        </p:spPr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D53F110E-6C2B-49A2-9DC9-74A765F1926F}"/>
              </a:ext>
            </a:extLst>
          </p:cNvPr>
          <p:cNvSpPr>
            <a:spLocks noGrp="1"/>
          </p:cNvSpPr>
          <p:nvPr/>
        </p:nvSpPr>
        <p:spPr>
          <a:xfrm>
            <a:off x="3800475" y="2343150"/>
            <a:ext cx="4763" cy="161925"/>
          </a:xfrm>
          <a:prstGeom prst="line">
            <a:avLst/>
          </a:prstGeom>
          <a:noFill/>
          <a:ln w="19050">
            <a:solidFill>
              <a:srgbClr val="18242E"/>
            </a:solidFill>
            <a:prstDash val="solid"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2EB9681E-4277-4870-B7FA-8F00564B6C0A}"/>
              </a:ext>
            </a:extLst>
          </p:cNvPr>
          <p:cNvSpPr>
            <a:spLocks noGrp="1"/>
          </p:cNvSpPr>
          <p:nvPr/>
        </p:nvSpPr>
        <p:spPr>
          <a:xfrm>
            <a:off x="409575" y="2817019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lnSpcReduction="10000"/>
          </a:bodyPr>
          <a:lstStyle/>
          <a:p>
            <a:pPr algn="l">
              <a:defRPr sz="1125" b="0" i="0">
                <a:solidFill>
                  <a:srgbClr val="18242E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1" i="0">
                <a:solidFill>
                  <a:srgbClr val="1824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Lane 1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F60EEB28-4B21-42ED-A4E7-35B77336967E}"/>
              </a:ext>
            </a:extLst>
          </p:cNvPr>
          <p:cNvSpPr>
            <a:spLocks noGrp="1"/>
          </p:cNvSpPr>
          <p:nvPr/>
        </p:nvSpPr>
        <p:spPr>
          <a:xfrm>
            <a:off x="409575" y="3352800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lnSpcReduction="10000"/>
          </a:bodyPr>
          <a:lstStyle/>
          <a:p>
            <a:pPr algn="l">
              <a:defRPr sz="1125" b="0" i="0">
                <a:solidFill>
                  <a:srgbClr val="18242E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1" i="0">
                <a:solidFill>
                  <a:srgbClr val="1824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Lane 2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3BE670F3-D518-4EED-8936-B71A2B048E0A}"/>
              </a:ext>
            </a:extLst>
          </p:cNvPr>
          <p:cNvSpPr>
            <a:spLocks noGrp="1"/>
          </p:cNvSpPr>
          <p:nvPr/>
        </p:nvSpPr>
        <p:spPr>
          <a:xfrm>
            <a:off x="409575" y="3829050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lnSpcReduction="10000"/>
          </a:bodyPr>
          <a:lstStyle/>
          <a:p>
            <a:pPr algn="l">
              <a:defRPr sz="1125" b="0" i="0">
                <a:solidFill>
                  <a:srgbClr val="18242E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1" i="0">
                <a:solidFill>
                  <a:srgbClr val="1824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Lane 3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4FB1F48E-B571-4B88-8423-073AE0167E18}"/>
              </a:ext>
            </a:extLst>
          </p:cNvPr>
          <p:cNvSpPr>
            <a:spLocks noGrp="1"/>
          </p:cNvSpPr>
          <p:nvPr/>
        </p:nvSpPr>
        <p:spPr>
          <a:xfrm>
            <a:off x="1857375" y="2719388"/>
            <a:ext cx="1952625" cy="1509712"/>
          </a:xfrm>
          <a:prstGeom prst="rect">
            <a:avLst/>
          </a:prstGeom>
          <a:solidFill>
            <a:srgbClr val="BDEDBD">
              <a:alpha val="69000"/>
            </a:srgbClr>
          </a:solidFill>
          <a:ln w="22860">
            <a:solidFill>
              <a:srgbClr val="2E6A51"/>
            </a:solidFill>
            <a:prstDash val="dash"/>
          </a:ln>
        </p:spPr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91E72378-B503-49B5-8C13-A5BA30955B2F}"/>
              </a:ext>
            </a:extLst>
          </p:cNvPr>
          <p:cNvSpPr>
            <a:spLocks noGrp="1"/>
          </p:cNvSpPr>
          <p:nvPr/>
        </p:nvSpPr>
        <p:spPr>
          <a:xfrm>
            <a:off x="1519238" y="4467225"/>
            <a:ext cx="762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125" b="0" i="0">
                <a:solidFill>
                  <a:srgbClr val="18242E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1" i="0">
                <a:solidFill>
                  <a:srgbClr val="1824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86A7A0F5-414C-4B14-A335-DBAA3D3F4426}"/>
              </a:ext>
            </a:extLst>
          </p:cNvPr>
          <p:cNvSpPr>
            <a:spLocks noGrp="1"/>
          </p:cNvSpPr>
          <p:nvPr/>
        </p:nvSpPr>
        <p:spPr>
          <a:xfrm>
            <a:off x="3495675" y="4467225"/>
            <a:ext cx="619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125" b="0" i="0">
                <a:solidFill>
                  <a:srgbClr val="18242E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1" i="0">
                <a:solidFill>
                  <a:srgbClr val="1824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</a:t>
            </a: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4C2DD3A1-91B0-4C0E-93F8-F3479E04A052}"/>
              </a:ext>
            </a:extLst>
          </p:cNvPr>
          <p:cNvSpPr>
            <a:spLocks noGrp="1"/>
          </p:cNvSpPr>
          <p:nvPr/>
        </p:nvSpPr>
        <p:spPr>
          <a:xfrm>
            <a:off x="4733925" y="1652396"/>
            <a:ext cx="2552700" cy="3600450"/>
          </a:xfrm>
          <a:prstGeom prst="roundRect">
            <a:avLst>
              <a:gd name="adj" fmla="val 2985"/>
            </a:avLst>
          </a:prstGeom>
          <a:solidFill>
            <a:srgbClr val="FCFBF8"/>
          </a:solidFill>
          <a:ln w="20955">
            <a:solidFill>
              <a:srgbClr val="B7DCF1"/>
            </a:solidFill>
            <a:prstDash val="solid"/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2D5748D9-D932-4A33-AA2A-9B1B421EFC8E}"/>
              </a:ext>
            </a:extLst>
          </p:cNvPr>
          <p:cNvSpPr>
            <a:spLocks noGrp="1"/>
          </p:cNvSpPr>
          <p:nvPr/>
        </p:nvSpPr>
        <p:spPr>
          <a:xfrm>
            <a:off x="4733925" y="1666875"/>
            <a:ext cx="2533650" cy="323850"/>
          </a:xfrm>
          <a:prstGeom prst="rect">
            <a:avLst/>
          </a:prstGeom>
          <a:solidFill>
            <a:srgbClr val="DDE7EB"/>
          </a:solidFill>
          <a:ln w="0">
            <a:noFill/>
            <a:prstDash val="solid"/>
          </a:ln>
        </p:spPr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6C1A683F-1BDD-4C9F-8AD2-1F1317C89567}"/>
              </a:ext>
            </a:extLst>
          </p:cNvPr>
          <p:cNvSpPr>
            <a:spLocks noGrp="1"/>
          </p:cNvSpPr>
          <p:nvPr/>
        </p:nvSpPr>
        <p:spPr>
          <a:xfrm>
            <a:off x="4810125" y="166687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4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 typical topologies</a:t>
            </a:r>
          </a:p>
        </p:txBody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393B9373-4E2C-4EAB-A56C-577B9B7747D0}"/>
              </a:ext>
            </a:extLst>
          </p:cNvPr>
          <p:cNvSpPr>
            <a:spLocks noGrp="1"/>
          </p:cNvSpPr>
          <p:nvPr/>
        </p:nvSpPr>
        <p:spPr>
          <a:xfrm>
            <a:off x="4858703" y="2607469"/>
            <a:ext cx="171450" cy="384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8C97A5F8-8BC6-4CD1-91E1-DDA252D3F71A}"/>
              </a:ext>
            </a:extLst>
          </p:cNvPr>
          <p:cNvSpPr>
            <a:spLocks noGrp="1"/>
          </p:cNvSpPr>
          <p:nvPr/>
        </p:nvSpPr>
        <p:spPr>
          <a:xfrm>
            <a:off x="5167313" y="2607469"/>
            <a:ext cx="171450" cy="384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120F7680-555B-464F-A7DF-25CDB19EED92}"/>
              </a:ext>
            </a:extLst>
          </p:cNvPr>
          <p:cNvSpPr>
            <a:spLocks noGrp="1"/>
          </p:cNvSpPr>
          <p:nvPr/>
        </p:nvSpPr>
        <p:spPr>
          <a:xfrm>
            <a:off x="5475923" y="2607469"/>
            <a:ext cx="171450" cy="384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916DD54D-79B2-4090-B011-7C967EB598BD}"/>
              </a:ext>
            </a:extLst>
          </p:cNvPr>
          <p:cNvSpPr>
            <a:spLocks noGrp="1"/>
          </p:cNvSpPr>
          <p:nvPr/>
        </p:nvSpPr>
        <p:spPr>
          <a:xfrm>
            <a:off x="5784533" y="2607469"/>
            <a:ext cx="171450" cy="384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C49A3C70-3663-477F-AB37-7B84F1ACBFC9}"/>
              </a:ext>
            </a:extLst>
          </p:cNvPr>
          <p:cNvSpPr>
            <a:spLocks noGrp="1"/>
          </p:cNvSpPr>
          <p:nvPr/>
        </p:nvSpPr>
        <p:spPr>
          <a:xfrm>
            <a:off x="6093143" y="2607469"/>
            <a:ext cx="171450" cy="384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EBE3CCB1-4A60-4399-A9BD-CBDD11F6EB2B}"/>
              </a:ext>
            </a:extLst>
          </p:cNvPr>
          <p:cNvSpPr>
            <a:spLocks noGrp="1"/>
          </p:cNvSpPr>
          <p:nvPr/>
        </p:nvSpPr>
        <p:spPr>
          <a:xfrm>
            <a:off x="6401753" y="2607469"/>
            <a:ext cx="171450" cy="384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E040EFB1-D25C-4C50-B5AB-9E55E14EEB18}"/>
              </a:ext>
            </a:extLst>
          </p:cNvPr>
          <p:cNvSpPr>
            <a:spLocks noGrp="1"/>
          </p:cNvSpPr>
          <p:nvPr/>
        </p:nvSpPr>
        <p:spPr>
          <a:xfrm>
            <a:off x="6710363" y="2607469"/>
            <a:ext cx="171450" cy="384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79F216B7-8C27-4C9C-8408-D5B36D655612}"/>
              </a:ext>
            </a:extLst>
          </p:cNvPr>
          <p:cNvSpPr>
            <a:spLocks noGrp="1"/>
          </p:cNvSpPr>
          <p:nvPr/>
        </p:nvSpPr>
        <p:spPr>
          <a:xfrm>
            <a:off x="7018973" y="2607469"/>
            <a:ext cx="106680" cy="384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98DD7542-6607-4BC2-8C6E-4B2D42BF1F19}"/>
              </a:ext>
            </a:extLst>
          </p:cNvPr>
          <p:cNvSpPr>
            <a:spLocks noGrp="1"/>
          </p:cNvSpPr>
          <p:nvPr/>
        </p:nvSpPr>
        <p:spPr>
          <a:xfrm>
            <a:off x="4810125" y="3390900"/>
            <a:ext cx="2381250" cy="4763"/>
          </a:xfrm>
          <a:prstGeom prst="line">
            <a:avLst/>
          </a:prstGeom>
          <a:noFill/>
          <a:ln w="9525">
            <a:solidFill>
              <a:srgbClr val="C9D8E4"/>
            </a:solidFill>
            <a:prstDash val="solid"/>
          </a:ln>
        </p:spPr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35324E76-95F5-4C9E-8361-7E0329432817}"/>
              </a:ext>
            </a:extLst>
          </p:cNvPr>
          <p:cNvSpPr>
            <a:spLocks noGrp="1"/>
          </p:cNvSpPr>
          <p:nvPr/>
        </p:nvSpPr>
        <p:spPr>
          <a:xfrm>
            <a:off x="4782979" y="4175251"/>
            <a:ext cx="2381250" cy="540000"/>
          </a:xfrm>
          <a:prstGeom prst="rect">
            <a:avLst/>
          </a:prstGeom>
          <a:solidFill>
            <a:srgbClr val="AEB5B8"/>
          </a:solidFill>
          <a:ln w="10478">
            <a:solidFill>
              <a:srgbClr val="707B82"/>
            </a:solidFill>
            <a:prstDash val="solid"/>
          </a:ln>
        </p:spPr>
      </p:sp>
      <p:sp>
        <p:nvSpPr>
          <p:cNvPr id="152" name="矩形: 圆角 151">
            <a:extLst>
              <a:ext uri="{FF2B5EF4-FFF2-40B4-BE49-F238E27FC236}">
                <a16:creationId xmlns:a16="http://schemas.microsoft.com/office/drawing/2014/main" id="{F9DF6006-473B-4C8A-96B9-2B2525CCFC35}"/>
              </a:ext>
            </a:extLst>
          </p:cNvPr>
          <p:cNvSpPr>
            <a:spLocks noGrp="1"/>
          </p:cNvSpPr>
          <p:nvPr/>
        </p:nvSpPr>
        <p:spPr>
          <a:xfrm>
            <a:off x="7524750" y="523875"/>
            <a:ext cx="6143625" cy="4914900"/>
          </a:xfrm>
          <a:prstGeom prst="roundRect">
            <a:avLst>
              <a:gd name="adj" fmla="val 0"/>
            </a:avLst>
          </a:prstGeom>
          <a:solidFill>
            <a:srgbClr val="FCFBF8"/>
          </a:solidFill>
          <a:ln w="20955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938CEA51-C93F-42B8-8DB9-4B409E3767DA}"/>
              </a:ext>
            </a:extLst>
          </p:cNvPr>
          <p:cNvSpPr>
            <a:spLocks noGrp="1"/>
          </p:cNvSpPr>
          <p:nvPr/>
        </p:nvSpPr>
        <p:spPr>
          <a:xfrm>
            <a:off x="7534275" y="533400"/>
            <a:ext cx="6124575" cy="457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noFill/>
            <a:prstDash val="solid"/>
          </a:ln>
        </p:spPr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DDE950FC-DC5A-4FB2-9E58-A78F2B9C7EDE}"/>
              </a:ext>
            </a:extLst>
          </p:cNvPr>
          <p:cNvSpPr>
            <a:spLocks noGrp="1"/>
          </p:cNvSpPr>
          <p:nvPr/>
        </p:nvSpPr>
        <p:spPr>
          <a:xfrm>
            <a:off x="8191500" y="561975"/>
            <a:ext cx="54578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 lnSpcReduction="10000"/>
          </a:bodyPr>
          <a:lstStyle/>
          <a:p>
            <a:pPr algn="l">
              <a:defRPr sz="2025" b="1" i="0">
                <a:solidFill>
                  <a:srgbClr val="FCFBF8"/>
                </a:solidFill>
                <a:latin typeface="Arial"/>
                <a:ea typeface="Arial"/>
                <a:cs typeface="Arial"/>
              </a:defRPr>
            </a:pPr>
            <a:endParaRPr sz="2800" b="1" i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028E73A0-C9F8-43E0-8E2F-FDCA8D8A90C6}"/>
              </a:ext>
            </a:extLst>
          </p:cNvPr>
          <p:cNvSpPr>
            <a:spLocks noGrp="1"/>
          </p:cNvSpPr>
          <p:nvPr/>
        </p:nvSpPr>
        <p:spPr>
          <a:xfrm>
            <a:off x="7620000" y="1095375"/>
            <a:ext cx="5924550" cy="2114550"/>
          </a:xfrm>
          <a:prstGeom prst="roundRect">
            <a:avLst>
              <a:gd name="adj" fmla="val 3604"/>
            </a:avLst>
          </a:prstGeom>
          <a:solidFill>
            <a:srgbClr val="FCFBF8"/>
          </a:solidFill>
          <a:ln w="20955">
            <a:solidFill>
              <a:srgbClr val="F3B17A"/>
            </a:solidFill>
            <a:prstDash val="solid"/>
          </a:ln>
        </p:spPr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E3491B72-A098-4CA7-A67E-B616F3CAD3CA}"/>
              </a:ext>
            </a:extLst>
          </p:cNvPr>
          <p:cNvSpPr>
            <a:spLocks noGrp="1"/>
          </p:cNvSpPr>
          <p:nvPr/>
        </p:nvSpPr>
        <p:spPr>
          <a:xfrm>
            <a:off x="7627620" y="1104900"/>
            <a:ext cx="5905500" cy="333375"/>
          </a:xfrm>
          <a:prstGeom prst="rect">
            <a:avLst/>
          </a:prstGeom>
          <a:solidFill>
            <a:srgbClr val="F1E6DE"/>
          </a:solidFill>
          <a:ln w="0">
            <a:noFill/>
            <a:prstDash val="solid"/>
          </a:ln>
        </p:spPr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52198CEB-B7C2-41C0-8BA4-EF4D9B98C9CE}"/>
              </a:ext>
            </a:extLst>
          </p:cNvPr>
          <p:cNvSpPr>
            <a:spLocks noGrp="1"/>
          </p:cNvSpPr>
          <p:nvPr/>
        </p:nvSpPr>
        <p:spPr>
          <a:xfrm>
            <a:off x="8191500" y="1104900"/>
            <a:ext cx="3286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425" b="1" i="0">
                <a:solidFill>
                  <a:srgbClr val="A83A32"/>
                </a:solidFill>
                <a:latin typeface="Arial"/>
                <a:ea typeface="Arial"/>
                <a:cs typeface="Arial"/>
              </a:defRPr>
            </a:pPr>
            <a:endParaRPr sz="1600" b="1" i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6C4EBFDE-8F6C-4A0C-B814-BA231C5BA4D8}"/>
              </a:ext>
            </a:extLst>
          </p:cNvPr>
          <p:cNvSpPr>
            <a:spLocks noGrp="1"/>
          </p:cNvSpPr>
          <p:nvPr/>
        </p:nvSpPr>
        <p:spPr>
          <a:xfrm>
            <a:off x="8096250" y="145732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 i="0">
                <a:solidFill>
                  <a:srgbClr val="A83A32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1" i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region</a:t>
            </a: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F16583A4-7059-4013-994F-4266F3832FC2}"/>
              </a:ext>
            </a:extLst>
          </p:cNvPr>
          <p:cNvSpPr>
            <a:spLocks noGrp="1"/>
          </p:cNvSpPr>
          <p:nvPr/>
        </p:nvSpPr>
        <p:spPr>
          <a:xfrm>
            <a:off x="11736705" y="145732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1" i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region</a:t>
            </a: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EAC4F390-98D8-485E-8309-CE313F8A6CD0}"/>
              </a:ext>
            </a:extLst>
          </p:cNvPr>
          <p:cNvSpPr>
            <a:spLocks noGrp="1"/>
          </p:cNvSpPr>
          <p:nvPr/>
        </p:nvSpPr>
        <p:spPr>
          <a:xfrm>
            <a:off x="7715250" y="2012347"/>
            <a:ext cx="5772150" cy="476250"/>
          </a:xfrm>
          <a:prstGeom prst="rect">
            <a:avLst/>
          </a:prstGeom>
          <a:solidFill>
            <a:srgbClr val="AEB5B8"/>
          </a:solidFill>
          <a:ln w="10478">
            <a:solidFill>
              <a:srgbClr val="707B82"/>
            </a:solidFill>
            <a:prstDash val="solid"/>
          </a:ln>
        </p:spPr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7406CC91-7E6D-4F3B-909C-9FAE8805B043}"/>
              </a:ext>
            </a:extLst>
          </p:cNvPr>
          <p:cNvSpPr>
            <a:spLocks noGrp="1"/>
          </p:cNvSpPr>
          <p:nvPr/>
        </p:nvSpPr>
        <p:spPr>
          <a:xfrm>
            <a:off x="9239250" y="27432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 lnSpcReduction="10000"/>
          </a:bodyPr>
          <a:lstStyle/>
          <a:p>
            <a:pPr algn="ctr">
              <a:defRPr sz="1350" b="1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1" i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Explicit information propagation</a:t>
            </a: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5B8DBD1B-D191-41E7-A0BF-A44C5C0421EC}"/>
              </a:ext>
            </a:extLst>
          </p:cNvPr>
          <p:cNvSpPr>
            <a:spLocks noGrp="1"/>
          </p:cNvSpPr>
          <p:nvPr/>
        </p:nvSpPr>
        <p:spPr>
          <a:xfrm>
            <a:off x="9334500" y="29527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1" i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(e.g., V2X, navigation, broadcast)</a:t>
            </a:r>
          </a:p>
        </p:txBody>
      </p:sp>
      <p:sp>
        <p:nvSpPr>
          <p:cNvPr id="192" name="矩形: 圆角 191">
            <a:extLst>
              <a:ext uri="{FF2B5EF4-FFF2-40B4-BE49-F238E27FC236}">
                <a16:creationId xmlns:a16="http://schemas.microsoft.com/office/drawing/2014/main" id="{BA9ACC24-0748-497C-A3AA-850498917CB0}"/>
              </a:ext>
            </a:extLst>
          </p:cNvPr>
          <p:cNvSpPr>
            <a:spLocks noGrp="1"/>
          </p:cNvSpPr>
          <p:nvPr/>
        </p:nvSpPr>
        <p:spPr>
          <a:xfrm>
            <a:off x="7639050" y="3286125"/>
            <a:ext cx="5924550" cy="2047875"/>
          </a:xfrm>
          <a:prstGeom prst="roundRect">
            <a:avLst>
              <a:gd name="adj" fmla="val 3721"/>
            </a:avLst>
          </a:prstGeom>
          <a:solidFill>
            <a:srgbClr val="FCFBF8"/>
          </a:solidFill>
          <a:ln w="20955">
            <a:solidFill>
              <a:srgbClr val="F3B17A"/>
            </a:solidFill>
            <a:prstDash val="solid"/>
          </a:ln>
        </p:spPr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0627A10D-4052-4990-9D84-7E692A54515A}"/>
              </a:ext>
            </a:extLst>
          </p:cNvPr>
          <p:cNvSpPr>
            <a:spLocks noGrp="1"/>
          </p:cNvSpPr>
          <p:nvPr/>
        </p:nvSpPr>
        <p:spPr>
          <a:xfrm>
            <a:off x="7648575" y="3295650"/>
            <a:ext cx="5905500" cy="333375"/>
          </a:xfrm>
          <a:prstGeom prst="rect">
            <a:avLst/>
          </a:prstGeom>
          <a:solidFill>
            <a:srgbClr val="F1E6DE"/>
          </a:solidFill>
          <a:ln w="0">
            <a:noFill/>
            <a:prstDash val="solid"/>
          </a:ln>
        </p:spPr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8E03526D-38A4-4F89-94DD-95D324F947AF}"/>
              </a:ext>
            </a:extLst>
          </p:cNvPr>
          <p:cNvSpPr>
            <a:spLocks noGrp="1"/>
          </p:cNvSpPr>
          <p:nvPr/>
        </p:nvSpPr>
        <p:spPr>
          <a:xfrm>
            <a:off x="8096250" y="364807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 i="0">
                <a:solidFill>
                  <a:srgbClr val="A83A32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1" i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region</a:t>
            </a:r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69521571-7110-4D31-A52C-7CB59C724165}"/>
              </a:ext>
            </a:extLst>
          </p:cNvPr>
          <p:cNvSpPr>
            <a:spLocks noGrp="1"/>
          </p:cNvSpPr>
          <p:nvPr/>
        </p:nvSpPr>
        <p:spPr>
          <a:xfrm>
            <a:off x="11849100" y="36480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1" i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region</a:t>
            </a:r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B978824A-2C91-4B8F-A53E-4BB5CB2E8257}"/>
              </a:ext>
            </a:extLst>
          </p:cNvPr>
          <p:cNvSpPr>
            <a:spLocks noGrp="1"/>
          </p:cNvSpPr>
          <p:nvPr/>
        </p:nvSpPr>
        <p:spPr>
          <a:xfrm>
            <a:off x="7715250" y="4171950"/>
            <a:ext cx="5772150" cy="476250"/>
          </a:xfrm>
          <a:prstGeom prst="rect">
            <a:avLst/>
          </a:prstGeom>
          <a:solidFill>
            <a:srgbClr val="AEB5B8"/>
          </a:solidFill>
          <a:ln w="10478">
            <a:solidFill>
              <a:srgbClr val="707B82"/>
            </a:solidFill>
            <a:prstDash val="solid"/>
          </a:ln>
        </p:spPr>
      </p:sp>
      <p:sp>
        <p:nvSpPr>
          <p:cNvPr id="229" name="矩形: 圆角 228">
            <a:extLst>
              <a:ext uri="{FF2B5EF4-FFF2-40B4-BE49-F238E27FC236}">
                <a16:creationId xmlns:a16="http://schemas.microsoft.com/office/drawing/2014/main" id="{2ED243F6-3260-442E-9F3C-E1AD5A1484D3}"/>
              </a:ext>
            </a:extLst>
          </p:cNvPr>
          <p:cNvSpPr>
            <a:spLocks noGrp="1"/>
          </p:cNvSpPr>
          <p:nvPr/>
        </p:nvSpPr>
        <p:spPr>
          <a:xfrm>
            <a:off x="133350" y="5553075"/>
            <a:ext cx="13535025" cy="2571750"/>
          </a:xfrm>
          <a:prstGeom prst="roundRect">
            <a:avLst>
              <a:gd name="adj" fmla="val 0"/>
            </a:avLst>
          </a:prstGeom>
          <a:solidFill>
            <a:srgbClr val="FCFBF8"/>
          </a:solidFill>
          <a:ln w="20955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4E71320D-3D7D-4B19-905E-3C107B039B69}"/>
              </a:ext>
            </a:extLst>
          </p:cNvPr>
          <p:cNvSpPr>
            <a:spLocks noGrp="1"/>
          </p:cNvSpPr>
          <p:nvPr/>
        </p:nvSpPr>
        <p:spPr>
          <a:xfrm>
            <a:off x="142875" y="5562600"/>
            <a:ext cx="13515975" cy="457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0">
            <a:noFill/>
            <a:prstDash val="solid"/>
          </a:ln>
        </p:spPr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72BA9296-BC1C-4AED-BAAA-D0C13C951E39}"/>
              </a:ext>
            </a:extLst>
          </p:cNvPr>
          <p:cNvSpPr>
            <a:spLocks noGrp="1"/>
          </p:cNvSpPr>
          <p:nvPr/>
        </p:nvSpPr>
        <p:spPr>
          <a:xfrm>
            <a:off x="285405" y="5552055"/>
            <a:ext cx="438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2550" b="1" i="0">
                <a:solidFill>
                  <a:srgbClr val="FCFBF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</a:p>
        </p:txBody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9D2D57A0-4D38-453A-A04E-F54DB8316EA3}"/>
              </a:ext>
            </a:extLst>
          </p:cNvPr>
          <p:cNvSpPr>
            <a:spLocks noGrp="1"/>
          </p:cNvSpPr>
          <p:nvPr/>
        </p:nvSpPr>
        <p:spPr>
          <a:xfrm>
            <a:off x="800100" y="5591175"/>
            <a:ext cx="127349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2025" b="1" i="0">
                <a:solidFill>
                  <a:srgbClr val="FCFBF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Evidence required for identifying the effect</a:t>
            </a:r>
          </a:p>
        </p:txBody>
      </p:sp>
      <p:sp>
        <p:nvSpPr>
          <p:cNvPr id="234" name="矩形: 圆角 233">
            <a:extLst>
              <a:ext uri="{FF2B5EF4-FFF2-40B4-BE49-F238E27FC236}">
                <a16:creationId xmlns:a16="http://schemas.microsoft.com/office/drawing/2014/main" id="{179C2606-F673-4DCE-8AEE-43E3FF9559F6}"/>
              </a:ext>
            </a:extLst>
          </p:cNvPr>
          <p:cNvSpPr>
            <a:spLocks noGrp="1"/>
          </p:cNvSpPr>
          <p:nvPr/>
        </p:nvSpPr>
        <p:spPr>
          <a:xfrm>
            <a:off x="276225" y="6055804"/>
            <a:ext cx="2667000" cy="1545146"/>
          </a:xfrm>
          <a:prstGeom prst="roundRect">
            <a:avLst>
              <a:gd name="adj" fmla="val 4217"/>
            </a:avLst>
          </a:prstGeom>
          <a:solidFill>
            <a:srgbClr val="FCFBF8"/>
          </a:solidFill>
          <a:ln w="20955">
            <a:solidFill>
              <a:srgbClr val="A9502D"/>
            </a:solidFill>
            <a:prstDash val="solid"/>
          </a:ln>
        </p:spPr>
      </p:sp>
      <p:sp>
        <p:nvSpPr>
          <p:cNvPr id="235" name="椭圆 234">
            <a:extLst>
              <a:ext uri="{FF2B5EF4-FFF2-40B4-BE49-F238E27FC236}">
                <a16:creationId xmlns:a16="http://schemas.microsoft.com/office/drawing/2014/main" id="{49798464-866A-4B98-B3EC-50AE556A8755}"/>
              </a:ext>
            </a:extLst>
          </p:cNvPr>
          <p:cNvSpPr>
            <a:spLocks noGrp="1"/>
          </p:cNvSpPr>
          <p:nvPr/>
        </p:nvSpPr>
        <p:spPr>
          <a:xfrm>
            <a:off x="400050" y="6091237"/>
            <a:ext cx="361950" cy="361950"/>
          </a:xfrm>
          <a:prstGeom prst="ellipse">
            <a:avLst/>
          </a:prstGeom>
          <a:solidFill>
            <a:srgbClr val="A9502D"/>
          </a:solidFill>
          <a:ln w="0">
            <a:noFill/>
            <a:prstDash val="solid"/>
          </a:ln>
        </p:spPr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DC543239-4382-4926-AC28-DC2DC0B63044}"/>
              </a:ext>
            </a:extLst>
          </p:cNvPr>
          <p:cNvSpPr>
            <a:spLocks noGrp="1"/>
          </p:cNvSpPr>
          <p:nvPr/>
        </p:nvSpPr>
        <p:spPr>
          <a:xfrm>
            <a:off x="405262" y="6081712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800" b="1" i="0">
                <a:solidFill>
                  <a:srgbClr val="FCFBF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CFB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92023A72-5F83-4BB6-BC55-5DCC11C7EDF9}"/>
              </a:ext>
            </a:extLst>
          </p:cNvPr>
          <p:cNvSpPr>
            <a:spLocks noGrp="1"/>
          </p:cNvSpPr>
          <p:nvPr/>
        </p:nvSpPr>
        <p:spPr>
          <a:xfrm>
            <a:off x="2938463" y="6477000"/>
            <a:ext cx="304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850" b="1" i="0">
                <a:solidFill>
                  <a:srgbClr val="56616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5661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</a:p>
        </p:txBody>
      </p:sp>
      <p:sp>
        <p:nvSpPr>
          <p:cNvPr id="242" name="矩形: 圆角 241">
            <a:extLst>
              <a:ext uri="{FF2B5EF4-FFF2-40B4-BE49-F238E27FC236}">
                <a16:creationId xmlns:a16="http://schemas.microsoft.com/office/drawing/2014/main" id="{743F2EF4-03DD-4AF9-87CA-19EEF56E689B}"/>
              </a:ext>
            </a:extLst>
          </p:cNvPr>
          <p:cNvSpPr>
            <a:spLocks noGrp="1"/>
          </p:cNvSpPr>
          <p:nvPr/>
        </p:nvSpPr>
        <p:spPr>
          <a:xfrm>
            <a:off x="3228975" y="6076950"/>
            <a:ext cx="6286500" cy="1524000"/>
          </a:xfrm>
          <a:prstGeom prst="roundRect">
            <a:avLst>
              <a:gd name="adj" fmla="val 4217"/>
            </a:avLst>
          </a:prstGeom>
          <a:solidFill>
            <a:srgbClr val="FCFBF8"/>
          </a:solidFill>
          <a:ln w="20955">
            <a:solidFill>
              <a:srgbClr val="1D5A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0A4AE741-402C-420F-BD30-BFCF05109629}"/>
              </a:ext>
            </a:extLst>
          </p:cNvPr>
          <p:cNvSpPr>
            <a:spLocks noGrp="1"/>
          </p:cNvSpPr>
          <p:nvPr/>
        </p:nvSpPr>
        <p:spPr>
          <a:xfrm>
            <a:off x="3343275" y="6100762"/>
            <a:ext cx="361950" cy="361950"/>
          </a:xfrm>
          <a:prstGeom prst="ellipse">
            <a:avLst/>
          </a:prstGeom>
          <a:solidFill>
            <a:srgbClr val="1D5A78"/>
          </a:solidFill>
          <a:ln w="0">
            <a:noFill/>
            <a:prstDash val="solid"/>
          </a:ln>
        </p:spPr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D9C708BC-024F-4182-BBBF-4C1727360E66}"/>
              </a:ext>
            </a:extLst>
          </p:cNvPr>
          <p:cNvSpPr>
            <a:spLocks noGrp="1"/>
          </p:cNvSpPr>
          <p:nvPr/>
        </p:nvSpPr>
        <p:spPr>
          <a:xfrm>
            <a:off x="3343275" y="6091237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800" b="1" i="0">
                <a:solidFill>
                  <a:srgbClr val="FCFBF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CFB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DF803A14-CE2A-4A44-BE58-10E91A6EE6F1}"/>
              </a:ext>
            </a:extLst>
          </p:cNvPr>
          <p:cNvSpPr>
            <a:spLocks noGrp="1"/>
          </p:cNvSpPr>
          <p:nvPr/>
        </p:nvSpPr>
        <p:spPr>
          <a:xfrm>
            <a:off x="3735229" y="6119812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575" b="1" i="0">
                <a:solidFill>
                  <a:srgbClr val="1D5A78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Attribution</a:t>
            </a:r>
          </a:p>
        </p:txBody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CC42D63B-1B1E-4E83-8BAA-C792E9DEB710}"/>
              </a:ext>
            </a:extLst>
          </p:cNvPr>
          <p:cNvSpPr>
            <a:spLocks noGrp="1"/>
          </p:cNvSpPr>
          <p:nvPr/>
        </p:nvSpPr>
        <p:spPr>
          <a:xfrm>
            <a:off x="3437164" y="6965156"/>
            <a:ext cx="723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lnSpcReduction="10000"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</a:t>
            </a:r>
          </a:p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</a:t>
            </a:r>
          </a:p>
        </p:txBody>
      </p:sp>
      <p:sp>
        <p:nvSpPr>
          <p:cNvPr id="248" name="箭头: 右 247">
            <a:extLst>
              <a:ext uri="{FF2B5EF4-FFF2-40B4-BE49-F238E27FC236}">
                <a16:creationId xmlns:a16="http://schemas.microsoft.com/office/drawing/2014/main" id="{667C1DB4-8718-4AD4-B515-0D5B965F4FF3}"/>
              </a:ext>
            </a:extLst>
          </p:cNvPr>
          <p:cNvSpPr>
            <a:spLocks noGrp="1"/>
          </p:cNvSpPr>
          <p:nvPr/>
        </p:nvSpPr>
        <p:spPr>
          <a:xfrm>
            <a:off x="4143375" y="6705600"/>
            <a:ext cx="266700" cy="114300"/>
          </a:xfrm>
          <a:prstGeom prst="rightArrow">
            <a:avLst/>
          </a:prstGeom>
          <a:solidFill>
            <a:srgbClr val="9BA3AD"/>
          </a:solidFill>
          <a:ln w="4763">
            <a:solidFill>
              <a:srgbClr val="9BA3AD"/>
            </a:solidFill>
            <a:prstDash val="solid"/>
          </a:ln>
        </p:spPr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28041147-BB4C-4937-994C-973D5F07B673}"/>
              </a:ext>
            </a:extLst>
          </p:cNvPr>
          <p:cNvSpPr>
            <a:spLocks noGrp="1"/>
          </p:cNvSpPr>
          <p:nvPr/>
        </p:nvSpPr>
        <p:spPr>
          <a:xfrm>
            <a:off x="4253865" y="6898481"/>
            <a:ext cx="1084898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Message</a:t>
            </a:r>
          </a:p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generation</a:t>
            </a:r>
          </a:p>
        </p:txBody>
      </p:sp>
      <p:sp>
        <p:nvSpPr>
          <p:cNvPr id="251" name="箭头: 右 250">
            <a:extLst>
              <a:ext uri="{FF2B5EF4-FFF2-40B4-BE49-F238E27FC236}">
                <a16:creationId xmlns:a16="http://schemas.microsoft.com/office/drawing/2014/main" id="{3472A1D6-B6B1-4BBB-A532-C27AF4FE80EB}"/>
              </a:ext>
            </a:extLst>
          </p:cNvPr>
          <p:cNvSpPr>
            <a:spLocks noGrp="1"/>
          </p:cNvSpPr>
          <p:nvPr/>
        </p:nvSpPr>
        <p:spPr>
          <a:xfrm>
            <a:off x="5114925" y="6705600"/>
            <a:ext cx="266700" cy="114300"/>
          </a:xfrm>
          <a:prstGeom prst="rightArrow">
            <a:avLst/>
          </a:prstGeom>
          <a:solidFill>
            <a:srgbClr val="9BA3AD"/>
          </a:solidFill>
          <a:ln w="4763">
            <a:solidFill>
              <a:srgbClr val="9BA3AD"/>
            </a:solidFill>
            <a:prstDash val="solid"/>
          </a:ln>
        </p:spPr>
      </p:sp>
      <p:pic>
        <p:nvPicPr>
          <p:cNvPr id="572" name="图形 57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389849" y="6373558"/>
            <a:ext cx="703294" cy="612126"/>
          </a:xfrm>
          <a:prstGeom prst="rect">
            <a:avLst/>
          </a:prstGeom>
        </p:spPr>
      </p:pic>
      <p:sp>
        <p:nvSpPr>
          <p:cNvPr id="253" name="矩形 252">
            <a:extLst>
              <a:ext uri="{FF2B5EF4-FFF2-40B4-BE49-F238E27FC236}">
                <a16:creationId xmlns:a16="http://schemas.microsoft.com/office/drawing/2014/main" id="{B210D95F-1C35-4259-8B7A-FF7D76F1947A}"/>
              </a:ext>
            </a:extLst>
          </p:cNvPr>
          <p:cNvSpPr>
            <a:spLocks noGrp="1"/>
          </p:cNvSpPr>
          <p:nvPr/>
        </p:nvSpPr>
        <p:spPr>
          <a:xfrm>
            <a:off x="5353049" y="6924675"/>
            <a:ext cx="809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</a:t>
            </a:r>
          </a:p>
        </p:txBody>
      </p:sp>
      <p:sp>
        <p:nvSpPr>
          <p:cNvPr id="254" name="箭头: 右 253">
            <a:extLst>
              <a:ext uri="{FF2B5EF4-FFF2-40B4-BE49-F238E27FC236}">
                <a16:creationId xmlns:a16="http://schemas.microsoft.com/office/drawing/2014/main" id="{0009E972-CBF2-4401-8C34-B88F136624B5}"/>
              </a:ext>
            </a:extLst>
          </p:cNvPr>
          <p:cNvSpPr>
            <a:spLocks noGrp="1"/>
          </p:cNvSpPr>
          <p:nvPr/>
        </p:nvSpPr>
        <p:spPr>
          <a:xfrm>
            <a:off x="6076950" y="6705600"/>
            <a:ext cx="266700" cy="114300"/>
          </a:xfrm>
          <a:prstGeom prst="rightArrow">
            <a:avLst/>
          </a:prstGeom>
          <a:solidFill>
            <a:srgbClr val="9BA3AD"/>
          </a:solidFill>
          <a:ln w="4763">
            <a:solidFill>
              <a:srgbClr val="9BA3AD"/>
            </a:solidFill>
            <a:prstDash val="solid"/>
          </a:ln>
        </p:spPr>
      </p:sp>
      <p:pic>
        <p:nvPicPr>
          <p:cNvPr id="575" name="图形 57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391276" y="6418517"/>
            <a:ext cx="659680" cy="574166"/>
          </a:xfrm>
          <a:prstGeom prst="rect">
            <a:avLst/>
          </a:prstGeom>
        </p:spPr>
      </p:pic>
      <p:sp>
        <p:nvSpPr>
          <p:cNvPr id="256" name="矩形 255">
            <a:extLst>
              <a:ext uri="{FF2B5EF4-FFF2-40B4-BE49-F238E27FC236}">
                <a16:creationId xmlns:a16="http://schemas.microsoft.com/office/drawing/2014/main" id="{40D528A5-B66A-460C-973F-051E5EA583C4}"/>
              </a:ext>
            </a:extLst>
          </p:cNvPr>
          <p:cNvSpPr>
            <a:spLocks noGrp="1"/>
          </p:cNvSpPr>
          <p:nvPr/>
        </p:nvSpPr>
        <p:spPr>
          <a:xfrm>
            <a:off x="6296024" y="6942072"/>
            <a:ext cx="904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Adoption</a:t>
            </a:r>
          </a:p>
        </p:txBody>
      </p:sp>
      <p:sp>
        <p:nvSpPr>
          <p:cNvPr id="257" name="箭头: 右 256">
            <a:extLst>
              <a:ext uri="{FF2B5EF4-FFF2-40B4-BE49-F238E27FC236}">
                <a16:creationId xmlns:a16="http://schemas.microsoft.com/office/drawing/2014/main" id="{AA4D48B0-214A-4234-93E3-125532155467}"/>
              </a:ext>
            </a:extLst>
          </p:cNvPr>
          <p:cNvSpPr>
            <a:spLocks noGrp="1"/>
          </p:cNvSpPr>
          <p:nvPr/>
        </p:nvSpPr>
        <p:spPr>
          <a:xfrm>
            <a:off x="7096125" y="6705600"/>
            <a:ext cx="266700" cy="114300"/>
          </a:xfrm>
          <a:prstGeom prst="rightArrow">
            <a:avLst/>
          </a:prstGeom>
          <a:solidFill>
            <a:srgbClr val="9BA3AD"/>
          </a:solidFill>
          <a:ln w="4763">
            <a:solidFill>
              <a:srgbClr val="9BA3AD"/>
            </a:solidFill>
            <a:prstDash val="solid"/>
          </a:ln>
        </p:spPr>
      </p:sp>
      <p:sp>
        <p:nvSpPr>
          <p:cNvPr id="259" name="矩形 258">
            <a:extLst>
              <a:ext uri="{FF2B5EF4-FFF2-40B4-BE49-F238E27FC236}">
                <a16:creationId xmlns:a16="http://schemas.microsoft.com/office/drawing/2014/main" id="{15907346-D439-407E-94AB-CCC8B562109B}"/>
              </a:ext>
            </a:extLst>
          </p:cNvPr>
          <p:cNvSpPr>
            <a:spLocks noGrp="1"/>
          </p:cNvSpPr>
          <p:nvPr/>
        </p:nvSpPr>
        <p:spPr>
          <a:xfrm>
            <a:off x="7339012" y="6974681"/>
            <a:ext cx="852488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Vehicle</a:t>
            </a:r>
          </a:p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</a:t>
            </a:r>
          </a:p>
        </p:txBody>
      </p:sp>
      <p:sp>
        <p:nvSpPr>
          <p:cNvPr id="260" name="箭头: 右 259">
            <a:extLst>
              <a:ext uri="{FF2B5EF4-FFF2-40B4-BE49-F238E27FC236}">
                <a16:creationId xmlns:a16="http://schemas.microsoft.com/office/drawing/2014/main" id="{8697B83D-802D-4789-8A99-8FF0F3A213FD}"/>
              </a:ext>
            </a:extLst>
          </p:cNvPr>
          <p:cNvSpPr>
            <a:spLocks noGrp="1"/>
          </p:cNvSpPr>
          <p:nvPr/>
        </p:nvSpPr>
        <p:spPr>
          <a:xfrm>
            <a:off x="8153400" y="6705600"/>
            <a:ext cx="266700" cy="114300"/>
          </a:xfrm>
          <a:prstGeom prst="rightArrow">
            <a:avLst/>
          </a:prstGeom>
          <a:solidFill>
            <a:srgbClr val="9BA3AD"/>
          </a:solidFill>
          <a:ln w="4763">
            <a:solidFill>
              <a:srgbClr val="9BA3AD"/>
            </a:solidFill>
            <a:prstDash val="solid"/>
          </a:ln>
        </p:spPr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6EBC9CB4-C08D-4AC5-8C5F-DF78F52805E2}"/>
              </a:ext>
            </a:extLst>
          </p:cNvPr>
          <p:cNvSpPr>
            <a:spLocks noGrp="1"/>
          </p:cNvSpPr>
          <p:nvPr/>
        </p:nvSpPr>
        <p:spPr>
          <a:xfrm>
            <a:off x="8240315" y="6955630"/>
            <a:ext cx="1235869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Target-region</a:t>
            </a:r>
          </a:p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change</a:t>
            </a:r>
          </a:p>
        </p:txBody>
      </p:sp>
      <p:sp>
        <p:nvSpPr>
          <p:cNvPr id="263" name="矩形 262">
            <a:extLst>
              <a:ext uri="{FF2B5EF4-FFF2-40B4-BE49-F238E27FC236}">
                <a16:creationId xmlns:a16="http://schemas.microsoft.com/office/drawing/2014/main" id="{E0DF4FE8-40C2-43FE-AFF4-59BBC2632247}"/>
              </a:ext>
            </a:extLst>
          </p:cNvPr>
          <p:cNvSpPr>
            <a:spLocks noGrp="1"/>
          </p:cNvSpPr>
          <p:nvPr/>
        </p:nvSpPr>
        <p:spPr>
          <a:xfrm>
            <a:off x="9525000" y="6534150"/>
            <a:ext cx="304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850" b="1" i="0">
                <a:solidFill>
                  <a:srgbClr val="56616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5661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</a:p>
        </p:txBody>
      </p:sp>
      <p:sp>
        <p:nvSpPr>
          <p:cNvPr id="264" name="矩形: 圆角 263">
            <a:extLst>
              <a:ext uri="{FF2B5EF4-FFF2-40B4-BE49-F238E27FC236}">
                <a16:creationId xmlns:a16="http://schemas.microsoft.com/office/drawing/2014/main" id="{EF5759DA-DEFD-43CB-BAA1-FD0FFB505DB3}"/>
              </a:ext>
            </a:extLst>
          </p:cNvPr>
          <p:cNvSpPr>
            <a:spLocks noGrp="1"/>
          </p:cNvSpPr>
          <p:nvPr/>
        </p:nvSpPr>
        <p:spPr>
          <a:xfrm>
            <a:off x="9753600" y="6076950"/>
            <a:ext cx="3762375" cy="1524000"/>
          </a:xfrm>
          <a:prstGeom prst="roundRect">
            <a:avLst>
              <a:gd name="adj" fmla="val 4217"/>
            </a:avLst>
          </a:prstGeom>
          <a:solidFill>
            <a:srgbClr val="FCFBF8"/>
          </a:solidFill>
          <a:ln w="20955">
            <a:solidFill>
              <a:srgbClr val="2E6A5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" name="椭圆 264">
            <a:extLst>
              <a:ext uri="{FF2B5EF4-FFF2-40B4-BE49-F238E27FC236}">
                <a16:creationId xmlns:a16="http://schemas.microsoft.com/office/drawing/2014/main" id="{3F530DCC-FC62-42AC-A95B-06462C34CE3B}"/>
              </a:ext>
            </a:extLst>
          </p:cNvPr>
          <p:cNvSpPr>
            <a:spLocks noGrp="1"/>
          </p:cNvSpPr>
          <p:nvPr/>
        </p:nvSpPr>
        <p:spPr>
          <a:xfrm>
            <a:off x="9845040" y="6110287"/>
            <a:ext cx="361950" cy="361950"/>
          </a:xfrm>
          <a:prstGeom prst="ellipse">
            <a:avLst/>
          </a:prstGeom>
          <a:solidFill>
            <a:srgbClr val="2E6A51"/>
          </a:solidFill>
          <a:ln w="0">
            <a:noFill/>
            <a:prstDash val="solid"/>
          </a:ln>
        </p:spPr>
      </p:sp>
      <p:sp>
        <p:nvSpPr>
          <p:cNvPr id="266" name="矩形 265">
            <a:extLst>
              <a:ext uri="{FF2B5EF4-FFF2-40B4-BE49-F238E27FC236}">
                <a16:creationId xmlns:a16="http://schemas.microsoft.com/office/drawing/2014/main" id="{A0B31D92-3803-471D-BFC1-8DA5D4C91DA5}"/>
              </a:ext>
            </a:extLst>
          </p:cNvPr>
          <p:cNvSpPr>
            <a:spLocks noGrp="1"/>
          </p:cNvSpPr>
          <p:nvPr/>
        </p:nvSpPr>
        <p:spPr>
          <a:xfrm>
            <a:off x="9845040" y="6100762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800" b="1" i="0">
                <a:solidFill>
                  <a:srgbClr val="FCFBF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CFB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267" name="矩形 266">
            <a:extLst>
              <a:ext uri="{FF2B5EF4-FFF2-40B4-BE49-F238E27FC236}">
                <a16:creationId xmlns:a16="http://schemas.microsoft.com/office/drawing/2014/main" id="{75A7FCE1-9C97-47D1-AFEE-0320383E10C6}"/>
              </a:ext>
            </a:extLst>
          </p:cNvPr>
          <p:cNvSpPr>
            <a:spLocks noGrp="1"/>
          </p:cNvSpPr>
          <p:nvPr/>
        </p:nvSpPr>
        <p:spPr>
          <a:xfrm>
            <a:off x="10239375" y="6119812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575" b="1" i="0">
                <a:solidFill>
                  <a:srgbClr val="2E6A51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2E6A5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Temporal precedence</a:t>
            </a:r>
          </a:p>
        </p:txBody>
      </p:sp>
      <p:sp>
        <p:nvSpPr>
          <p:cNvPr id="268" name="矩形 267">
            <a:extLst>
              <a:ext uri="{FF2B5EF4-FFF2-40B4-BE49-F238E27FC236}">
                <a16:creationId xmlns:a16="http://schemas.microsoft.com/office/drawing/2014/main" id="{AC1A969F-026E-43F1-B843-CA2D6FF8FAB9}"/>
              </a:ext>
            </a:extLst>
          </p:cNvPr>
          <p:cNvSpPr>
            <a:spLocks noGrp="1"/>
          </p:cNvSpPr>
          <p:nvPr/>
        </p:nvSpPr>
        <p:spPr>
          <a:xfrm>
            <a:off x="9920287" y="6443662"/>
            <a:ext cx="1666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Information-driven</a:t>
            </a:r>
          </a:p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 at target</a:t>
            </a:r>
          </a:p>
        </p:txBody>
      </p:sp>
      <p:sp>
        <p:nvSpPr>
          <p:cNvPr id="269" name="矩形 268">
            <a:extLst>
              <a:ext uri="{FF2B5EF4-FFF2-40B4-BE49-F238E27FC236}">
                <a16:creationId xmlns:a16="http://schemas.microsoft.com/office/drawing/2014/main" id="{0CEB8430-7FC7-4379-B316-36AE7DA00AE0}"/>
              </a:ext>
            </a:extLst>
          </p:cNvPr>
          <p:cNvSpPr>
            <a:spLocks noGrp="1"/>
          </p:cNvSpPr>
          <p:nvPr/>
        </p:nvSpPr>
        <p:spPr>
          <a:xfrm>
            <a:off x="11877675" y="6438900"/>
            <a:ext cx="1428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Physical influence</a:t>
            </a:r>
          </a:p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arrives at target</a:t>
            </a:r>
          </a:p>
        </p:txBody>
      </p:sp>
      <p:sp>
        <p:nvSpPr>
          <p:cNvPr id="270" name="直接连接符 269">
            <a:extLst>
              <a:ext uri="{FF2B5EF4-FFF2-40B4-BE49-F238E27FC236}">
                <a16:creationId xmlns:a16="http://schemas.microsoft.com/office/drawing/2014/main" id="{C64663C6-9722-42F1-9EBB-B22B1DA5272C}"/>
              </a:ext>
            </a:extLst>
          </p:cNvPr>
          <p:cNvSpPr>
            <a:spLocks noGrp="1"/>
          </p:cNvSpPr>
          <p:nvPr/>
        </p:nvSpPr>
        <p:spPr>
          <a:xfrm>
            <a:off x="9982200" y="7105650"/>
            <a:ext cx="3257550" cy="4763"/>
          </a:xfrm>
          <a:prstGeom prst="line">
            <a:avLst/>
          </a:prstGeom>
          <a:noFill/>
          <a:ln w="19050">
            <a:solidFill>
              <a:srgbClr val="18242E"/>
            </a:solidFill>
            <a:prstDash val="solid"/>
          </a:ln>
        </p:spPr>
      </p:sp>
      <p:sp>
        <p:nvSpPr>
          <p:cNvPr id="271" name="箭头: 右 270">
            <a:extLst>
              <a:ext uri="{FF2B5EF4-FFF2-40B4-BE49-F238E27FC236}">
                <a16:creationId xmlns:a16="http://schemas.microsoft.com/office/drawing/2014/main" id="{A61C2BBA-810C-4D53-821B-6F38B1348D20}"/>
              </a:ext>
            </a:extLst>
          </p:cNvPr>
          <p:cNvSpPr>
            <a:spLocks noGrp="1"/>
          </p:cNvSpPr>
          <p:nvPr/>
        </p:nvSpPr>
        <p:spPr>
          <a:xfrm>
            <a:off x="13144499" y="7029450"/>
            <a:ext cx="271463" cy="152400"/>
          </a:xfrm>
          <a:prstGeom prst="rightArrow">
            <a:avLst/>
          </a:prstGeom>
          <a:solidFill>
            <a:srgbClr val="18242E"/>
          </a:solidFill>
          <a:ln w="4763">
            <a:solidFill>
              <a:srgbClr val="18242E"/>
            </a:solidFill>
            <a:prstDash val="solid"/>
          </a:ln>
        </p:spPr>
      </p:sp>
      <p:sp>
        <p:nvSpPr>
          <p:cNvPr id="272" name="椭圆 271">
            <a:extLst>
              <a:ext uri="{FF2B5EF4-FFF2-40B4-BE49-F238E27FC236}">
                <a16:creationId xmlns:a16="http://schemas.microsoft.com/office/drawing/2014/main" id="{D5DEAD9A-74B0-4941-AB0F-1519C411EEC2}"/>
              </a:ext>
            </a:extLst>
          </p:cNvPr>
          <p:cNvSpPr>
            <a:spLocks noGrp="1"/>
          </p:cNvSpPr>
          <p:nvPr/>
        </p:nvSpPr>
        <p:spPr>
          <a:xfrm>
            <a:off x="10706100" y="7029450"/>
            <a:ext cx="133350" cy="133350"/>
          </a:xfrm>
          <a:prstGeom prst="ellipse">
            <a:avLst/>
          </a:prstGeom>
          <a:solidFill>
            <a:srgbClr val="2E6A51"/>
          </a:solidFill>
          <a:ln w="0">
            <a:noFill/>
            <a:prstDash val="solid"/>
          </a:ln>
        </p:spPr>
      </p:sp>
      <p:sp>
        <p:nvSpPr>
          <p:cNvPr id="273" name="椭圆 272">
            <a:extLst>
              <a:ext uri="{FF2B5EF4-FFF2-40B4-BE49-F238E27FC236}">
                <a16:creationId xmlns:a16="http://schemas.microsoft.com/office/drawing/2014/main" id="{78C10DE2-8CD2-4106-AC0C-DCF95CC945D5}"/>
              </a:ext>
            </a:extLst>
          </p:cNvPr>
          <p:cNvSpPr>
            <a:spLocks noGrp="1"/>
          </p:cNvSpPr>
          <p:nvPr/>
        </p:nvSpPr>
        <p:spPr>
          <a:xfrm>
            <a:off x="12449175" y="7029450"/>
            <a:ext cx="133350" cy="133350"/>
          </a:xfrm>
          <a:prstGeom prst="ellipse">
            <a:avLst/>
          </a:prstGeom>
          <a:solidFill>
            <a:srgbClr val="666666"/>
          </a:solidFill>
          <a:ln w="0">
            <a:noFill/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" name="矩形 275">
                <a:extLst>
                  <a:ext uri="{FF2B5EF4-FFF2-40B4-BE49-F238E27FC236}">
                    <a16:creationId xmlns:a16="http://schemas.microsoft.com/office/drawing/2014/main" id="{1F39BD82-4594-470C-999C-4304BD33E27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258675" y="7143750"/>
                <a:ext cx="609600" cy="23812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Autofit/>
              </a:bodyPr>
              <a:lstStyle/>
              <a:p>
                <a:pPr algn="ctr">
                  <a:defRPr sz="1200" b="0" i="1">
                    <a:solidFill>
                      <a:srgbClr val="102A43"/>
                    </a:solidFill>
                    <a:latin typeface="Cambria"/>
                    <a:ea typeface="Cambria"/>
                    <a:cs typeface="Cambria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altLang="zh-CN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𝒕</m:t>
                          </m:r>
                        </m:e>
                        <m:sub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𝝎</m:t>
                          </m:r>
                        </m:sub>
                        <m:sup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𝙥𝙝𝙮</m:t>
                          </m:r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𝙧𝙚𝙨𝙥</m:t>
                          </m:r>
                        </m:sup>
                      </m:sSubSup>
                    </m:oMath>
                  </m:oMathPara>
                </a14:m>
                <a:endParaRPr lang="ar-AE" sz="1200" b="1" i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76" name="矩形 275">
                <a:extLst>
                  <a:ext uri="{FF2B5EF4-FFF2-40B4-BE49-F238E27FC236}">
                    <a16:creationId xmlns:a16="http://schemas.microsoft.com/office/drawing/2014/main" id="{1F39BD82-4594-470C-999C-4304BD33E2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8675" y="7143750"/>
                <a:ext cx="609600" cy="238125"/>
              </a:xfrm>
              <a:prstGeom prst="rect">
                <a:avLst/>
              </a:prstGeom>
              <a:blipFill>
                <a:blip r:embed="rId7"/>
                <a:stretch>
                  <a:fillRect l="-9000" t="-2564" r="-17000" b="-35897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矩形 276">
                <a:extLst>
                  <a:ext uri="{FF2B5EF4-FFF2-40B4-BE49-F238E27FC236}">
                    <a16:creationId xmlns:a16="http://schemas.microsoft.com/office/drawing/2014/main" id="{213BEECF-FAA0-43EC-87F7-FD7DA32C721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391775" y="7143750"/>
                <a:ext cx="704850" cy="23812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Autofit/>
              </a:bodyPr>
              <a:lstStyle/>
              <a:p>
                <a:pPr algn="ctr">
                  <a:defRPr sz="1200" b="0" i="1">
                    <a:solidFill>
                      <a:srgbClr val="102A43"/>
                    </a:solidFill>
                    <a:latin typeface="Cambria"/>
                    <a:ea typeface="Cambria"/>
                    <a:cs typeface="Cambria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𝒕</m:t>
                          </m:r>
                        </m:e>
                        <m:sub>
                          <m:r>
                            <a:rPr 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𝝎</m:t>
                          </m:r>
                        </m:sub>
                        <m:sup>
                          <m:r>
                            <a:rPr 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𝙞𝙣𝙛𝙤</m:t>
                          </m:r>
                          <m:r>
                            <a:rPr 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a:rPr 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𝙧𝙚𝙨𝙥</m:t>
                          </m:r>
                        </m:sup>
                      </m:sSubSup>
                    </m:oMath>
                  </m:oMathPara>
                </a14:m>
                <a:endParaRPr lang="ar-AE" sz="1200" b="1" i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77" name="矩形 276">
                <a:extLst>
                  <a:ext uri="{FF2B5EF4-FFF2-40B4-BE49-F238E27FC236}">
                    <a16:creationId xmlns:a16="http://schemas.microsoft.com/office/drawing/2014/main" id="{213BEECF-FAA0-43EC-87F7-FD7DA32C72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1775" y="7143750"/>
                <a:ext cx="704850" cy="238125"/>
              </a:xfrm>
              <a:prstGeom prst="rect">
                <a:avLst/>
              </a:prstGeom>
              <a:blipFill>
                <a:blip r:embed="rId8"/>
                <a:stretch>
                  <a:fillRect l="-2609" t="-2564" r="-9565" b="-35897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矩形 277">
            <a:extLst>
              <a:ext uri="{FF2B5EF4-FFF2-40B4-BE49-F238E27FC236}">
                <a16:creationId xmlns:a16="http://schemas.microsoft.com/office/drawing/2014/main" id="{56C80999-F443-47BF-A1AB-8CC7FB89D589}"/>
              </a:ext>
            </a:extLst>
          </p:cNvPr>
          <p:cNvSpPr>
            <a:spLocks noGrp="1"/>
          </p:cNvSpPr>
          <p:nvPr/>
        </p:nvSpPr>
        <p:spPr>
          <a:xfrm>
            <a:off x="12963525" y="7181850"/>
            <a:ext cx="476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50" b="0" i="0">
                <a:solidFill>
                  <a:srgbClr val="18242E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 i="0">
                <a:solidFill>
                  <a:srgbClr val="1824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矩形 278">
                <a:extLst>
                  <a:ext uri="{FF2B5EF4-FFF2-40B4-BE49-F238E27FC236}">
                    <a16:creationId xmlns:a16="http://schemas.microsoft.com/office/drawing/2014/main" id="{1072CB0D-3194-4290-BDB3-BDB8F20A55F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831512" y="7360443"/>
                <a:ext cx="1493838" cy="18859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Autofit/>
              </a:bodyPr>
              <a:lstStyle/>
              <a:p>
                <a:pPr algn="ctr">
                  <a:defRPr sz="1500" b="0" i="1">
                    <a:solidFill>
                      <a:srgbClr val="102A43"/>
                    </a:solidFill>
                    <a:latin typeface="Cambria"/>
                    <a:ea typeface="Cambria"/>
                    <a:cs typeface="Cambria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altLang="zh-CN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𝒕</m:t>
                          </m:r>
                        </m:e>
                        <m:sub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𝝎</m:t>
                          </m:r>
                        </m:sub>
                        <m:sup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𝙞𝙣𝙛𝙤</m:t>
                          </m:r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𝙧𝙚𝙨𝙥</m:t>
                          </m:r>
                        </m:sup>
                      </m:sSubSup>
                      <m:r>
                        <a:rPr lang="ar-AE" altLang="zh-CN" sz="12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&lt;</m:t>
                      </m:r>
                      <m:sSubSup>
                        <m:sSubSupPr>
                          <m:ctrlPr>
                            <a:rPr lang="ar-AE" altLang="zh-CN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𝒕</m:t>
                          </m:r>
                        </m:e>
                        <m:sub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𝝎</m:t>
                          </m:r>
                        </m:sub>
                        <m:sup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𝙥𝙝𝙮</m:t>
                          </m:r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𝙧𝙚𝙨𝙥</m:t>
                          </m:r>
                        </m:sup>
                      </m:sSubSup>
                    </m:oMath>
                  </m:oMathPara>
                </a14:m>
                <a:endParaRPr lang="ar-AE" sz="1200" b="1" i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79" name="矩形 278">
                <a:extLst>
                  <a:ext uri="{FF2B5EF4-FFF2-40B4-BE49-F238E27FC236}">
                    <a16:creationId xmlns:a16="http://schemas.microsoft.com/office/drawing/2014/main" id="{1072CB0D-3194-4290-BDB3-BDB8F20A55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1512" y="7360443"/>
                <a:ext cx="1493838" cy="188595"/>
              </a:xfrm>
              <a:prstGeom prst="rect">
                <a:avLst/>
              </a:prstGeom>
              <a:blipFill>
                <a:blip r:embed="rId9"/>
                <a:stretch>
                  <a:fillRect l="-1224" t="-12903" r="-4082" b="-58065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0" name="矩形: 圆角 279">
            <a:extLst>
              <a:ext uri="{FF2B5EF4-FFF2-40B4-BE49-F238E27FC236}">
                <a16:creationId xmlns:a16="http://schemas.microsoft.com/office/drawing/2014/main" id="{730000AC-1518-4585-BBDB-0FCD3B21F873}"/>
              </a:ext>
            </a:extLst>
          </p:cNvPr>
          <p:cNvSpPr>
            <a:spLocks noGrp="1"/>
          </p:cNvSpPr>
          <p:nvPr/>
        </p:nvSpPr>
        <p:spPr>
          <a:xfrm>
            <a:off x="276225" y="7696200"/>
            <a:ext cx="13239750" cy="333375"/>
          </a:xfrm>
          <a:prstGeom prst="roundRect">
            <a:avLst>
              <a:gd name="adj" fmla="val 14286"/>
            </a:avLst>
          </a:prstGeom>
          <a:solidFill>
            <a:srgbClr val="F1E6DE"/>
          </a:solidFill>
          <a:ln w="11430">
            <a:solidFill>
              <a:srgbClr val="A9502D"/>
            </a:solidFill>
            <a:prstDash val="solid"/>
          </a:ln>
        </p:spPr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69246B7E-8180-4AE9-BDE3-7D63E41EBC0A}"/>
              </a:ext>
            </a:extLst>
          </p:cNvPr>
          <p:cNvSpPr>
            <a:spLocks noGrp="1"/>
          </p:cNvSpPr>
          <p:nvPr/>
        </p:nvSpPr>
        <p:spPr>
          <a:xfrm>
            <a:off x="519403" y="7697391"/>
            <a:ext cx="5476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defRPr sz="14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Effect   +   Attribution   +   Temporal precedence ⇒</a:t>
            </a:r>
          </a:p>
        </p:txBody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284A2606-F828-4905-8876-D8A146166D29}"/>
              </a:ext>
            </a:extLst>
          </p:cNvPr>
          <p:cNvSpPr>
            <a:spLocks noGrp="1"/>
          </p:cNvSpPr>
          <p:nvPr/>
        </p:nvSpPr>
        <p:spPr>
          <a:xfrm>
            <a:off x="6057899" y="7696200"/>
            <a:ext cx="7553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425" b="1" i="0">
                <a:solidFill>
                  <a:srgbClr val="A83A32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A83A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Evidence for information-mediated </a:t>
            </a:r>
            <a:r>
              <a:rPr lang="en-US" sz="2000" b="1" i="0">
                <a:solidFill>
                  <a:srgbClr val="A83A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 at a distance</a:t>
            </a:r>
            <a:r>
              <a:rPr sz="2000" b="1" i="0">
                <a:solidFill>
                  <a:srgbClr val="A83A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risk effects</a:t>
            </a:r>
          </a:p>
        </p:txBody>
      </p:sp>
      <p:sp>
        <p:nvSpPr>
          <p:cNvPr id="283" name="矩形: 圆角 282">
            <a:extLst>
              <a:ext uri="{FF2B5EF4-FFF2-40B4-BE49-F238E27FC236}">
                <a16:creationId xmlns:a16="http://schemas.microsoft.com/office/drawing/2014/main" id="{B6E66CF1-7C85-4BE1-8896-CDEDCE7896F5}"/>
              </a:ext>
            </a:extLst>
          </p:cNvPr>
          <p:cNvSpPr>
            <a:spLocks noGrp="1"/>
          </p:cNvSpPr>
          <p:nvPr/>
        </p:nvSpPr>
        <p:spPr>
          <a:xfrm>
            <a:off x="133350" y="8229600"/>
            <a:ext cx="13535025" cy="1885950"/>
          </a:xfrm>
          <a:prstGeom prst="roundRect">
            <a:avLst>
              <a:gd name="adj" fmla="val 0"/>
            </a:avLst>
          </a:prstGeom>
          <a:solidFill>
            <a:srgbClr val="FCFBF8"/>
          </a:solidFill>
          <a:ln w="20955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94B74F8F-4879-4A4D-A82E-54458679129D}"/>
              </a:ext>
            </a:extLst>
          </p:cNvPr>
          <p:cNvSpPr>
            <a:spLocks noGrp="1"/>
          </p:cNvSpPr>
          <p:nvPr/>
        </p:nvSpPr>
        <p:spPr>
          <a:xfrm>
            <a:off x="142875" y="8239125"/>
            <a:ext cx="13515975" cy="457200"/>
          </a:xfrm>
          <a:prstGeom prst="rect">
            <a:avLst/>
          </a:prstGeom>
          <a:solidFill>
            <a:srgbClr val="C9ADDB"/>
          </a:solidFill>
          <a:ln w="0">
            <a:noFill/>
            <a:prstDash val="solid"/>
          </a:ln>
        </p:spPr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3ED6262E-16D5-47E3-821C-5AE6A8231857}"/>
              </a:ext>
            </a:extLst>
          </p:cNvPr>
          <p:cNvSpPr>
            <a:spLocks noGrp="1"/>
          </p:cNvSpPr>
          <p:nvPr/>
        </p:nvSpPr>
        <p:spPr>
          <a:xfrm>
            <a:off x="266700" y="8248650"/>
            <a:ext cx="438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2550" b="1" i="0">
                <a:solidFill>
                  <a:srgbClr val="FCFBF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</a:p>
        </p:txBody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id="{E3701D68-37F1-4074-A38E-73C8158C01EE}"/>
              </a:ext>
            </a:extLst>
          </p:cNvPr>
          <p:cNvSpPr>
            <a:spLocks noGrp="1"/>
          </p:cNvSpPr>
          <p:nvPr/>
        </p:nvSpPr>
        <p:spPr>
          <a:xfrm>
            <a:off x="800100" y="8267700"/>
            <a:ext cx="127349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2025" b="1" i="0">
                <a:solidFill>
                  <a:srgbClr val="FCFBF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Two-stage study design</a:t>
            </a:r>
          </a:p>
        </p:txBody>
      </p:sp>
      <p:sp>
        <p:nvSpPr>
          <p:cNvPr id="288" name="矩形: 圆角 287">
            <a:extLst>
              <a:ext uri="{FF2B5EF4-FFF2-40B4-BE49-F238E27FC236}">
                <a16:creationId xmlns:a16="http://schemas.microsoft.com/office/drawing/2014/main" id="{7B0A0887-84A4-4AE7-BE1D-227B0E5E5155}"/>
              </a:ext>
            </a:extLst>
          </p:cNvPr>
          <p:cNvSpPr>
            <a:spLocks noGrp="1"/>
          </p:cNvSpPr>
          <p:nvPr/>
        </p:nvSpPr>
        <p:spPr>
          <a:xfrm>
            <a:off x="285750" y="8739188"/>
            <a:ext cx="6257925" cy="1271587"/>
          </a:xfrm>
          <a:prstGeom prst="roundRect">
            <a:avLst>
              <a:gd name="adj" fmla="val 5036"/>
            </a:avLst>
          </a:prstGeom>
          <a:solidFill>
            <a:srgbClr val="E9EFF2"/>
          </a:solidFill>
          <a:ln w="20955">
            <a:solidFill>
              <a:srgbClr val="1D5A78"/>
            </a:solidFill>
            <a:prstDash val="solid"/>
          </a:ln>
        </p:spPr>
      </p:sp>
      <p:sp>
        <p:nvSpPr>
          <p:cNvPr id="289" name="椭圆 288">
            <a:extLst>
              <a:ext uri="{FF2B5EF4-FFF2-40B4-BE49-F238E27FC236}">
                <a16:creationId xmlns:a16="http://schemas.microsoft.com/office/drawing/2014/main" id="{94E16450-4337-441C-9F46-9BC5DEE90644}"/>
              </a:ext>
            </a:extLst>
          </p:cNvPr>
          <p:cNvSpPr>
            <a:spLocks noGrp="1"/>
          </p:cNvSpPr>
          <p:nvPr/>
        </p:nvSpPr>
        <p:spPr>
          <a:xfrm>
            <a:off x="380428" y="8779954"/>
            <a:ext cx="400050" cy="400050"/>
          </a:xfrm>
          <a:prstGeom prst="ellipse">
            <a:avLst/>
          </a:prstGeom>
          <a:solidFill>
            <a:srgbClr val="1D5A78"/>
          </a:solidFill>
          <a:ln w="0">
            <a:noFill/>
            <a:prstDash val="solid"/>
          </a:ln>
        </p:spPr>
      </p:sp>
      <p:sp>
        <p:nvSpPr>
          <p:cNvPr id="290" name="矩形 289">
            <a:extLst>
              <a:ext uri="{FF2B5EF4-FFF2-40B4-BE49-F238E27FC236}">
                <a16:creationId xmlns:a16="http://schemas.microsoft.com/office/drawing/2014/main" id="{65E95C7C-2928-49EE-B53E-AEEE4B19E960}"/>
              </a:ext>
            </a:extLst>
          </p:cNvPr>
          <p:cNvSpPr>
            <a:spLocks noGrp="1"/>
          </p:cNvSpPr>
          <p:nvPr/>
        </p:nvSpPr>
        <p:spPr>
          <a:xfrm>
            <a:off x="381000" y="8779954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800" b="1" i="0">
                <a:solidFill>
                  <a:srgbClr val="FCFBF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CFB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sp>
        <p:nvSpPr>
          <p:cNvPr id="291" name="矩形 290">
            <a:extLst>
              <a:ext uri="{FF2B5EF4-FFF2-40B4-BE49-F238E27FC236}">
                <a16:creationId xmlns:a16="http://schemas.microsoft.com/office/drawing/2014/main" id="{49BE77E1-B09B-42FC-90F1-1173AD0F96D3}"/>
              </a:ext>
            </a:extLst>
          </p:cNvPr>
          <p:cNvSpPr>
            <a:spLocks noGrp="1"/>
          </p:cNvSpPr>
          <p:nvPr/>
        </p:nvSpPr>
        <p:spPr>
          <a:xfrm>
            <a:off x="848405" y="8708231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650" b="1" i="0">
                <a:solidFill>
                  <a:srgbClr val="1D5A78"/>
                </a:solidFill>
                <a:latin typeface="Arial"/>
                <a:ea typeface="Arial"/>
                <a:cs typeface="Arial"/>
              </a:defRPr>
            </a:pPr>
            <a:endParaRPr b="1" i="0">
              <a:solidFill>
                <a:srgbClr val="1D5A7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2" name="矩形 291">
            <a:extLst>
              <a:ext uri="{FF2B5EF4-FFF2-40B4-BE49-F238E27FC236}">
                <a16:creationId xmlns:a16="http://schemas.microsoft.com/office/drawing/2014/main" id="{EFC30235-9A28-499B-9F7B-A760EC79AB3B}"/>
              </a:ext>
            </a:extLst>
          </p:cNvPr>
          <p:cNvSpPr>
            <a:spLocks noGrp="1"/>
          </p:cNvSpPr>
          <p:nvPr/>
        </p:nvSpPr>
        <p:spPr>
          <a:xfrm>
            <a:off x="835818" y="8982359"/>
            <a:ext cx="3810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lnSpcReduction="10000"/>
          </a:bodyPr>
          <a:lstStyle/>
          <a:p>
            <a:pPr algn="l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the information-mediated effect.</a:t>
            </a:r>
          </a:p>
        </p:txBody>
      </p:sp>
      <p:sp>
        <p:nvSpPr>
          <p:cNvPr id="293" name="矩形: 圆角 292">
            <a:extLst>
              <a:ext uri="{FF2B5EF4-FFF2-40B4-BE49-F238E27FC236}">
                <a16:creationId xmlns:a16="http://schemas.microsoft.com/office/drawing/2014/main" id="{1E494B69-F215-4B56-8C57-45606D75E6D6}"/>
              </a:ext>
            </a:extLst>
          </p:cNvPr>
          <p:cNvSpPr>
            <a:spLocks noGrp="1"/>
          </p:cNvSpPr>
          <p:nvPr/>
        </p:nvSpPr>
        <p:spPr>
          <a:xfrm>
            <a:off x="381000" y="9220200"/>
            <a:ext cx="1571625" cy="685800"/>
          </a:xfrm>
          <a:prstGeom prst="roundRect">
            <a:avLst>
              <a:gd name="adj" fmla="val 6944"/>
            </a:avLst>
          </a:prstGeom>
          <a:solidFill>
            <a:srgbClr val="FCFBF8"/>
          </a:solidFill>
          <a:ln w="9525">
            <a:solidFill>
              <a:srgbClr val="ADD7EF"/>
            </a:solidFill>
            <a:prstDash val="solid"/>
          </a:ln>
        </p:spPr>
      </p:sp>
      <p:sp>
        <p:nvSpPr>
          <p:cNvPr id="295" name="矩形 294">
            <a:extLst>
              <a:ext uri="{FF2B5EF4-FFF2-40B4-BE49-F238E27FC236}">
                <a16:creationId xmlns:a16="http://schemas.microsoft.com/office/drawing/2014/main" id="{CB81A87C-064C-4452-AB75-AE1519AEA183}"/>
              </a:ext>
            </a:extLst>
          </p:cNvPr>
          <p:cNvSpPr>
            <a:spLocks noGrp="1"/>
          </p:cNvSpPr>
          <p:nvPr/>
        </p:nvSpPr>
        <p:spPr>
          <a:xfrm>
            <a:off x="723555" y="9267825"/>
            <a:ext cx="12477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Physically isolated</a:t>
            </a:r>
          </a:p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counterfactual test</a:t>
            </a:r>
          </a:p>
        </p:txBody>
      </p:sp>
      <p:sp>
        <p:nvSpPr>
          <p:cNvPr id="296" name="矩形: 圆角 295">
            <a:extLst>
              <a:ext uri="{FF2B5EF4-FFF2-40B4-BE49-F238E27FC236}">
                <a16:creationId xmlns:a16="http://schemas.microsoft.com/office/drawing/2014/main" id="{CA027864-39AA-4045-A001-49D22E57469E}"/>
              </a:ext>
            </a:extLst>
          </p:cNvPr>
          <p:cNvSpPr>
            <a:spLocks noGrp="1"/>
          </p:cNvSpPr>
          <p:nvPr/>
        </p:nvSpPr>
        <p:spPr>
          <a:xfrm>
            <a:off x="2047875" y="9220200"/>
            <a:ext cx="1143000" cy="685800"/>
          </a:xfrm>
          <a:prstGeom prst="roundRect">
            <a:avLst>
              <a:gd name="adj" fmla="val 6944"/>
            </a:avLst>
          </a:prstGeom>
          <a:solidFill>
            <a:srgbClr val="FCFBF8"/>
          </a:solidFill>
          <a:ln w="9525">
            <a:solidFill>
              <a:srgbClr val="ADD7EF"/>
            </a:solidFill>
            <a:prstDash val="solid"/>
          </a:ln>
        </p:spPr>
      </p:sp>
      <p:sp>
        <p:nvSpPr>
          <p:cNvPr id="298" name="矩形 297">
            <a:extLst>
              <a:ext uri="{FF2B5EF4-FFF2-40B4-BE49-F238E27FC236}">
                <a16:creationId xmlns:a16="http://schemas.microsoft.com/office/drawing/2014/main" id="{5E71AD06-5462-48E7-BAA5-0B0087588F14}"/>
              </a:ext>
            </a:extLst>
          </p:cNvPr>
          <p:cNvSpPr>
            <a:spLocks noGrp="1"/>
          </p:cNvSpPr>
          <p:nvPr/>
        </p:nvSpPr>
        <p:spPr>
          <a:xfrm>
            <a:off x="2452687" y="9267825"/>
            <a:ext cx="757238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Attribution</a:t>
            </a:r>
          </a:p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pathway</a:t>
            </a:r>
          </a:p>
        </p:txBody>
      </p:sp>
      <p:sp>
        <p:nvSpPr>
          <p:cNvPr id="299" name="矩形: 圆角 298">
            <a:extLst>
              <a:ext uri="{FF2B5EF4-FFF2-40B4-BE49-F238E27FC236}">
                <a16:creationId xmlns:a16="http://schemas.microsoft.com/office/drawing/2014/main" id="{DE98362D-33D0-49E5-AF97-6695A03636FF}"/>
              </a:ext>
            </a:extLst>
          </p:cNvPr>
          <p:cNvSpPr>
            <a:spLocks noGrp="1"/>
          </p:cNvSpPr>
          <p:nvPr/>
        </p:nvSpPr>
        <p:spPr>
          <a:xfrm>
            <a:off x="3286125" y="9220200"/>
            <a:ext cx="1571625" cy="685800"/>
          </a:xfrm>
          <a:prstGeom prst="roundRect">
            <a:avLst>
              <a:gd name="adj" fmla="val 6944"/>
            </a:avLst>
          </a:prstGeom>
          <a:solidFill>
            <a:srgbClr val="FCFBF8"/>
          </a:solidFill>
          <a:ln w="9525">
            <a:solidFill>
              <a:srgbClr val="ADD7EF"/>
            </a:solidFill>
            <a:prstDash val="solid"/>
          </a:ln>
        </p:spPr>
      </p:sp>
      <p:pic>
        <p:nvPicPr>
          <p:cNvPr id="620" name="图形 619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3305175" y="9344026"/>
            <a:ext cx="400050" cy="400050"/>
          </a:xfrm>
          <a:prstGeom prst="rect">
            <a:avLst/>
          </a:prstGeom>
        </p:spPr>
      </p:pic>
      <p:sp>
        <p:nvSpPr>
          <p:cNvPr id="301" name="矩形 300">
            <a:extLst>
              <a:ext uri="{FF2B5EF4-FFF2-40B4-BE49-F238E27FC236}">
                <a16:creationId xmlns:a16="http://schemas.microsoft.com/office/drawing/2014/main" id="{A478FFB9-04CC-42A3-B63F-345746022A84}"/>
              </a:ext>
            </a:extLst>
          </p:cNvPr>
          <p:cNvSpPr>
            <a:spLocks noGrp="1"/>
          </p:cNvSpPr>
          <p:nvPr/>
        </p:nvSpPr>
        <p:spPr>
          <a:xfrm>
            <a:off x="3629025" y="9289541"/>
            <a:ext cx="1295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lnSpcReduction="10000"/>
          </a:bodyPr>
          <a:lstStyle/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Information-first</a:t>
            </a:r>
          </a:p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in connected</a:t>
            </a:r>
          </a:p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traffic</a:t>
            </a:r>
          </a:p>
        </p:txBody>
      </p:sp>
      <p:sp>
        <p:nvSpPr>
          <p:cNvPr id="302" name="矩形: 圆角 301">
            <a:extLst>
              <a:ext uri="{FF2B5EF4-FFF2-40B4-BE49-F238E27FC236}">
                <a16:creationId xmlns:a16="http://schemas.microsoft.com/office/drawing/2014/main" id="{6D59A4C4-0BC5-4E82-8EB6-7B596F9A4927}"/>
              </a:ext>
            </a:extLst>
          </p:cNvPr>
          <p:cNvSpPr>
            <a:spLocks noGrp="1"/>
          </p:cNvSpPr>
          <p:nvPr/>
        </p:nvSpPr>
        <p:spPr>
          <a:xfrm>
            <a:off x="4953000" y="9220200"/>
            <a:ext cx="1504950" cy="685800"/>
          </a:xfrm>
          <a:prstGeom prst="roundRect">
            <a:avLst>
              <a:gd name="adj" fmla="val 6944"/>
            </a:avLst>
          </a:prstGeom>
          <a:solidFill>
            <a:srgbClr val="FCFBF8"/>
          </a:solidFill>
          <a:ln w="9525">
            <a:solidFill>
              <a:srgbClr val="ADD7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4" name="矩形 303">
            <a:extLst>
              <a:ext uri="{FF2B5EF4-FFF2-40B4-BE49-F238E27FC236}">
                <a16:creationId xmlns:a16="http://schemas.microsoft.com/office/drawing/2014/main" id="{A281E0AF-3571-441B-9052-3A34F6E55ED4}"/>
              </a:ext>
            </a:extLst>
          </p:cNvPr>
          <p:cNvSpPr>
            <a:spLocks noGrp="1"/>
          </p:cNvSpPr>
          <p:nvPr/>
        </p:nvSpPr>
        <p:spPr>
          <a:xfrm>
            <a:off x="5344478" y="9270491"/>
            <a:ext cx="114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Scope and</a:t>
            </a:r>
          </a:p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failure boundary</a:t>
            </a:r>
          </a:p>
        </p:txBody>
      </p:sp>
      <p:sp>
        <p:nvSpPr>
          <p:cNvPr id="305" name="矩形 304">
            <a:extLst>
              <a:ext uri="{FF2B5EF4-FFF2-40B4-BE49-F238E27FC236}">
                <a16:creationId xmlns:a16="http://schemas.microsoft.com/office/drawing/2014/main" id="{B07DAB33-47C5-4D4A-9693-7228046574FA}"/>
              </a:ext>
            </a:extLst>
          </p:cNvPr>
          <p:cNvSpPr>
            <a:spLocks noGrp="1"/>
          </p:cNvSpPr>
          <p:nvPr/>
        </p:nvSpPr>
        <p:spPr>
          <a:xfrm>
            <a:off x="6585585" y="9029700"/>
            <a:ext cx="1157288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1" i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evidence</a:t>
            </a:r>
          </a:p>
          <a:p>
            <a:pPr algn="ctr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1" i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supported</a:t>
            </a:r>
          </a:p>
        </p:txBody>
      </p:sp>
      <p:sp>
        <p:nvSpPr>
          <p:cNvPr id="306" name="箭头: 右 305">
            <a:extLst>
              <a:ext uri="{FF2B5EF4-FFF2-40B4-BE49-F238E27FC236}">
                <a16:creationId xmlns:a16="http://schemas.microsoft.com/office/drawing/2014/main" id="{87BB1B94-1ADD-4484-BAF6-A0FF1CA33E37}"/>
              </a:ext>
            </a:extLst>
          </p:cNvPr>
          <p:cNvSpPr>
            <a:spLocks noGrp="1"/>
          </p:cNvSpPr>
          <p:nvPr/>
        </p:nvSpPr>
        <p:spPr>
          <a:xfrm>
            <a:off x="6657975" y="9515475"/>
            <a:ext cx="1047750" cy="285750"/>
          </a:xfrm>
          <a:prstGeom prst="rightArrow">
            <a:avLst/>
          </a:prstGeom>
          <a:solidFill>
            <a:srgbClr val="576474"/>
          </a:solidFill>
          <a:ln w="4763">
            <a:solidFill>
              <a:srgbClr val="576474"/>
            </a:solidFill>
            <a:prstDash val="solid"/>
          </a:ln>
        </p:spPr>
      </p:sp>
      <p:sp>
        <p:nvSpPr>
          <p:cNvPr id="307" name="矩形: 圆角 306">
            <a:extLst>
              <a:ext uri="{FF2B5EF4-FFF2-40B4-BE49-F238E27FC236}">
                <a16:creationId xmlns:a16="http://schemas.microsoft.com/office/drawing/2014/main" id="{3423957F-A677-42C1-A54D-58D4148B7447}"/>
              </a:ext>
            </a:extLst>
          </p:cNvPr>
          <p:cNvSpPr>
            <a:spLocks noGrp="1"/>
          </p:cNvSpPr>
          <p:nvPr/>
        </p:nvSpPr>
        <p:spPr>
          <a:xfrm>
            <a:off x="7820025" y="8734425"/>
            <a:ext cx="5715000" cy="1262063"/>
          </a:xfrm>
          <a:prstGeom prst="roundRect">
            <a:avLst>
              <a:gd name="adj" fmla="val 5036"/>
            </a:avLst>
          </a:prstGeom>
          <a:solidFill>
            <a:srgbClr val="EAE7EF"/>
          </a:solidFill>
          <a:ln w="20955">
            <a:solidFill>
              <a:srgbClr val="514777"/>
            </a:solidFill>
            <a:prstDash val="solid"/>
          </a:ln>
        </p:spPr>
      </p:sp>
      <p:sp>
        <p:nvSpPr>
          <p:cNvPr id="308" name="椭圆 307">
            <a:extLst>
              <a:ext uri="{FF2B5EF4-FFF2-40B4-BE49-F238E27FC236}">
                <a16:creationId xmlns:a16="http://schemas.microsoft.com/office/drawing/2014/main" id="{DF37F5E8-9225-4ABE-8BB4-0F96BDCD4873}"/>
              </a:ext>
            </a:extLst>
          </p:cNvPr>
          <p:cNvSpPr>
            <a:spLocks noGrp="1"/>
          </p:cNvSpPr>
          <p:nvPr/>
        </p:nvSpPr>
        <p:spPr>
          <a:xfrm>
            <a:off x="7991475" y="8777287"/>
            <a:ext cx="400050" cy="400050"/>
          </a:xfrm>
          <a:prstGeom prst="ellipse">
            <a:avLst/>
          </a:prstGeom>
          <a:solidFill>
            <a:srgbClr val="514777"/>
          </a:solidFill>
          <a:ln w="0">
            <a:noFill/>
            <a:prstDash val="solid"/>
          </a:ln>
        </p:spPr>
      </p:sp>
      <p:sp>
        <p:nvSpPr>
          <p:cNvPr id="309" name="矩形 308">
            <a:extLst>
              <a:ext uri="{FF2B5EF4-FFF2-40B4-BE49-F238E27FC236}">
                <a16:creationId xmlns:a16="http://schemas.microsoft.com/office/drawing/2014/main" id="{55D71256-0C31-40F3-BD15-1A9097F8C310}"/>
              </a:ext>
            </a:extLst>
          </p:cNvPr>
          <p:cNvSpPr>
            <a:spLocks noGrp="1"/>
          </p:cNvSpPr>
          <p:nvPr/>
        </p:nvSpPr>
        <p:spPr>
          <a:xfrm>
            <a:off x="7991475" y="8777287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650" b="1" i="0">
                <a:solidFill>
                  <a:srgbClr val="FCFBF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CFB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II</a:t>
            </a:r>
          </a:p>
        </p:txBody>
      </p:sp>
      <p:sp>
        <p:nvSpPr>
          <p:cNvPr id="310" name="矩形 309">
            <a:extLst>
              <a:ext uri="{FF2B5EF4-FFF2-40B4-BE49-F238E27FC236}">
                <a16:creationId xmlns:a16="http://schemas.microsoft.com/office/drawing/2014/main" id="{C0F5C708-93A0-4AF5-96CB-DDCAE8DA924E}"/>
              </a:ext>
            </a:extLst>
          </p:cNvPr>
          <p:cNvSpPr>
            <a:spLocks noGrp="1"/>
          </p:cNvSpPr>
          <p:nvPr/>
        </p:nvSpPr>
        <p:spPr>
          <a:xfrm>
            <a:off x="8467725" y="86963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75" b="1" i="0">
                <a:solidFill>
                  <a:srgbClr val="514777"/>
                </a:solidFill>
                <a:latin typeface="Arial"/>
                <a:ea typeface="Arial"/>
                <a:cs typeface="Arial"/>
              </a:defRPr>
            </a:pPr>
            <a:endParaRPr b="1" i="0">
              <a:solidFill>
                <a:srgbClr val="51477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1" name="矩形 310">
            <a:extLst>
              <a:ext uri="{FF2B5EF4-FFF2-40B4-BE49-F238E27FC236}">
                <a16:creationId xmlns:a16="http://schemas.microsoft.com/office/drawing/2014/main" id="{D562EAB5-BF0A-4B60-80C7-4C1F4BF748C8}"/>
              </a:ext>
            </a:extLst>
          </p:cNvPr>
          <p:cNvSpPr>
            <a:spLocks noGrp="1"/>
          </p:cNvSpPr>
          <p:nvPr/>
        </p:nvSpPr>
        <p:spPr>
          <a:xfrm>
            <a:off x="8443913" y="8994266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lnSpcReduction="10000"/>
          </a:bodyPr>
          <a:lstStyle/>
          <a:p>
            <a:pPr algn="l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the identified effect for safety-oriented control.</a:t>
            </a:r>
          </a:p>
        </p:txBody>
      </p:sp>
      <p:sp>
        <p:nvSpPr>
          <p:cNvPr id="312" name="矩形: 圆角 311">
            <a:extLst>
              <a:ext uri="{FF2B5EF4-FFF2-40B4-BE49-F238E27FC236}">
                <a16:creationId xmlns:a16="http://schemas.microsoft.com/office/drawing/2014/main" id="{8885FF6E-617E-4BCA-B0DE-626C3EBCF091}"/>
              </a:ext>
            </a:extLst>
          </p:cNvPr>
          <p:cNvSpPr>
            <a:spLocks noGrp="1"/>
          </p:cNvSpPr>
          <p:nvPr/>
        </p:nvSpPr>
        <p:spPr>
          <a:xfrm>
            <a:off x="7924800" y="9220200"/>
            <a:ext cx="1762125" cy="685800"/>
          </a:xfrm>
          <a:prstGeom prst="roundRect">
            <a:avLst>
              <a:gd name="adj" fmla="val 6944"/>
            </a:avLst>
          </a:prstGeom>
          <a:solidFill>
            <a:srgbClr val="FCFBF8"/>
          </a:solidFill>
          <a:ln w="9525">
            <a:solidFill>
              <a:srgbClr val="D2C7F8"/>
            </a:solidFill>
            <a:prstDash val="solid"/>
          </a:ln>
        </p:spPr>
      </p:sp>
      <p:pic>
        <p:nvPicPr>
          <p:cNvPr id="633" name="图形 632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7991475" y="9382125"/>
            <a:ext cx="400050" cy="400050"/>
          </a:xfrm>
          <a:prstGeom prst="rect">
            <a:avLst/>
          </a:prstGeom>
        </p:spPr>
      </p:pic>
      <p:sp>
        <p:nvSpPr>
          <p:cNvPr id="314" name="矩形 313">
            <a:extLst>
              <a:ext uri="{FF2B5EF4-FFF2-40B4-BE49-F238E27FC236}">
                <a16:creationId xmlns:a16="http://schemas.microsoft.com/office/drawing/2014/main" id="{D4B82621-6396-4AAA-B5C2-6BAF6A8CEB79}"/>
              </a:ext>
            </a:extLst>
          </p:cNvPr>
          <p:cNvSpPr>
            <a:spLocks noGrp="1"/>
          </p:cNvSpPr>
          <p:nvPr/>
        </p:nvSpPr>
        <p:spPr>
          <a:xfrm>
            <a:off x="8386762" y="9267825"/>
            <a:ext cx="1233488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</a:t>
            </a:r>
          </a:p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information-aware</a:t>
            </a:r>
          </a:p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</a:t>
            </a:r>
          </a:p>
        </p:txBody>
      </p:sp>
      <p:sp>
        <p:nvSpPr>
          <p:cNvPr id="315" name="矩形: 圆角 314">
            <a:extLst>
              <a:ext uri="{FF2B5EF4-FFF2-40B4-BE49-F238E27FC236}">
                <a16:creationId xmlns:a16="http://schemas.microsoft.com/office/drawing/2014/main" id="{B3F4CE8B-ECA5-4733-871C-0EEE76E0305B}"/>
              </a:ext>
            </a:extLst>
          </p:cNvPr>
          <p:cNvSpPr>
            <a:spLocks noGrp="1"/>
          </p:cNvSpPr>
          <p:nvPr/>
        </p:nvSpPr>
        <p:spPr>
          <a:xfrm>
            <a:off x="9791700" y="9220200"/>
            <a:ext cx="1952625" cy="685800"/>
          </a:xfrm>
          <a:prstGeom prst="roundRect">
            <a:avLst>
              <a:gd name="adj" fmla="val 6944"/>
            </a:avLst>
          </a:prstGeom>
          <a:solidFill>
            <a:srgbClr val="FCFBF8"/>
          </a:solidFill>
          <a:ln w="9525">
            <a:solidFill>
              <a:srgbClr val="D2C7F8"/>
            </a:solidFill>
            <a:prstDash val="solid"/>
          </a:ln>
        </p:spPr>
      </p:sp>
      <p:pic>
        <p:nvPicPr>
          <p:cNvPr id="636" name="图形 635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>
            <a:off x="9886949" y="9315449"/>
            <a:ext cx="466725" cy="466725"/>
          </a:xfrm>
          <a:prstGeom prst="rect">
            <a:avLst/>
          </a:prstGeom>
        </p:spPr>
      </p:pic>
      <p:sp>
        <p:nvSpPr>
          <p:cNvPr id="317" name="矩形 316">
            <a:extLst>
              <a:ext uri="{FF2B5EF4-FFF2-40B4-BE49-F238E27FC236}">
                <a16:creationId xmlns:a16="http://schemas.microsoft.com/office/drawing/2014/main" id="{5213DC49-96DB-45C9-A329-4337D022D52E}"/>
              </a:ext>
            </a:extLst>
          </p:cNvPr>
          <p:cNvSpPr>
            <a:spLocks noGrp="1"/>
          </p:cNvSpPr>
          <p:nvPr/>
        </p:nvSpPr>
        <p:spPr>
          <a:xfrm>
            <a:off x="10296525" y="9267825"/>
            <a:ext cx="1390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lnSpcReduction="10000"/>
          </a:bodyPr>
          <a:lstStyle/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safety,</a:t>
            </a:r>
          </a:p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efficiency, and</a:t>
            </a:r>
          </a:p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comfort trade-offs</a:t>
            </a:r>
          </a:p>
        </p:txBody>
      </p:sp>
      <p:sp>
        <p:nvSpPr>
          <p:cNvPr id="318" name="矩形: 圆角 317">
            <a:extLst>
              <a:ext uri="{FF2B5EF4-FFF2-40B4-BE49-F238E27FC236}">
                <a16:creationId xmlns:a16="http://schemas.microsoft.com/office/drawing/2014/main" id="{2657B796-924C-4AF9-9620-9B732A10DF49}"/>
              </a:ext>
            </a:extLst>
          </p:cNvPr>
          <p:cNvSpPr>
            <a:spLocks noGrp="1"/>
          </p:cNvSpPr>
          <p:nvPr/>
        </p:nvSpPr>
        <p:spPr>
          <a:xfrm>
            <a:off x="11858625" y="9220200"/>
            <a:ext cx="1571625" cy="685800"/>
          </a:xfrm>
          <a:prstGeom prst="roundRect">
            <a:avLst>
              <a:gd name="adj" fmla="val 6944"/>
            </a:avLst>
          </a:prstGeom>
          <a:solidFill>
            <a:srgbClr val="FCFBF8"/>
          </a:solidFill>
          <a:ln w="9525">
            <a:solidFill>
              <a:srgbClr val="D2C7F8"/>
            </a:solidFill>
            <a:prstDash val="solid"/>
          </a:ln>
        </p:spPr>
      </p:sp>
      <p:pic>
        <p:nvPicPr>
          <p:cNvPr id="639" name="图形 638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/>
        </p:blipFill>
        <p:spPr>
          <a:xfrm>
            <a:off x="11953875" y="9315450"/>
            <a:ext cx="400050" cy="400050"/>
          </a:xfrm>
          <a:prstGeom prst="rect">
            <a:avLst/>
          </a:prstGeom>
        </p:spPr>
      </p:pic>
      <p:sp>
        <p:nvSpPr>
          <p:cNvPr id="320" name="矩形 319">
            <a:extLst>
              <a:ext uri="{FF2B5EF4-FFF2-40B4-BE49-F238E27FC236}">
                <a16:creationId xmlns:a16="http://schemas.microsoft.com/office/drawing/2014/main" id="{1445BB53-02F7-493B-A1FF-CEDC57E8918B}"/>
              </a:ext>
            </a:extLst>
          </p:cNvPr>
          <p:cNvSpPr>
            <a:spLocks noGrp="1"/>
          </p:cNvSpPr>
          <p:nvPr/>
        </p:nvSpPr>
        <p:spPr>
          <a:xfrm>
            <a:off x="12363450" y="9267825"/>
            <a:ext cx="1009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Controlled-use</a:t>
            </a:r>
          </a:p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conditions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413994A1-6E94-F2F9-9DD1-9D5D52743C62}"/>
              </a:ext>
            </a:extLst>
          </p:cNvPr>
          <p:cNvSpPr txBox="1"/>
          <p:nvPr/>
        </p:nvSpPr>
        <p:spPr>
          <a:xfrm>
            <a:off x="825845" y="492553"/>
            <a:ext cx="39723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Road-region definition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105D6CB-D850-A2D0-5399-4FB29BA84A2D}"/>
              </a:ext>
            </a:extLst>
          </p:cNvPr>
          <p:cNvSpPr txBox="1"/>
          <p:nvPr/>
        </p:nvSpPr>
        <p:spPr>
          <a:xfrm>
            <a:off x="317930" y="425027"/>
            <a:ext cx="407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/>
              <a:t>a</a:t>
            </a:r>
            <a:endParaRPr lang="zh-CN" altLang="en-US" sz="36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文本框 219">
                <a:extLst>
                  <a:ext uri="{FF2B5EF4-FFF2-40B4-BE49-F238E27FC236}">
                    <a16:creationId xmlns:a16="http://schemas.microsoft.com/office/drawing/2014/main" id="{860B342C-636D-D099-2C47-9D6B6FC85379}"/>
                  </a:ext>
                </a:extLst>
              </p:cNvPr>
              <p:cNvSpPr txBox="1"/>
              <p:nvPr/>
            </p:nvSpPr>
            <p:spPr>
              <a:xfrm>
                <a:off x="2575151" y="2779067"/>
                <a:ext cx="4442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rgbClr val="2E6A51"/>
                          </a:solidFill>
                          <a:latin typeface="Cambria Math" panose="02040503050406030204" pitchFamily="18" charset="0"/>
                        </a:rPr>
                        <m:t>ℛ</m:t>
                      </m:r>
                    </m:oMath>
                  </m:oMathPara>
                </a14:m>
                <a:endParaRPr lang="zh-CN" altLang="en-US" sz="2400">
                  <a:solidFill>
                    <a:srgbClr val="2E6A51"/>
                  </a:solidFill>
                </a:endParaRPr>
              </a:p>
            </p:txBody>
          </p:sp>
        </mc:Choice>
        <mc:Fallback xmlns="">
          <p:sp>
            <p:nvSpPr>
              <p:cNvPr id="220" name="文本框 219">
                <a:extLst>
                  <a:ext uri="{FF2B5EF4-FFF2-40B4-BE49-F238E27FC236}">
                    <a16:creationId xmlns:a16="http://schemas.microsoft.com/office/drawing/2014/main" id="{860B342C-636D-D099-2C47-9D6B6FC85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151" y="2779067"/>
                <a:ext cx="444274" cy="46166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2" name="直接箭头连接符 251">
            <a:extLst>
              <a:ext uri="{FF2B5EF4-FFF2-40B4-BE49-F238E27FC236}">
                <a16:creationId xmlns:a16="http://schemas.microsoft.com/office/drawing/2014/main" id="{0118FB04-9FDA-7B24-A8AC-AF487952687F}"/>
              </a:ext>
            </a:extLst>
          </p:cNvPr>
          <p:cNvCxnSpPr>
            <a:cxnSpLocks/>
            <a:stCxn id="68" idx="0"/>
            <a:endCxn id="69" idx="0"/>
          </p:cNvCxnSpPr>
          <p:nvPr/>
        </p:nvCxnSpPr>
        <p:spPr>
          <a:xfrm>
            <a:off x="1381125" y="2400300"/>
            <a:ext cx="241935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7" name="图形 296">
            <a:extLst>
              <a:ext uri="{FF2B5EF4-FFF2-40B4-BE49-F238E27FC236}">
                <a16:creationId xmlns:a16="http://schemas.microsoft.com/office/drawing/2014/main" id="{45495B05-2D3A-DACF-86F3-91763716B8B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026832" y="3319842"/>
            <a:ext cx="640800" cy="323092"/>
          </a:xfrm>
          <a:prstGeom prst="rect">
            <a:avLst/>
          </a:prstGeom>
        </p:spPr>
      </p:pic>
      <p:pic>
        <p:nvPicPr>
          <p:cNvPr id="303" name="图形 302">
            <a:extLst>
              <a:ext uri="{FF2B5EF4-FFF2-40B4-BE49-F238E27FC236}">
                <a16:creationId xmlns:a16="http://schemas.microsoft.com/office/drawing/2014/main" id="{B24DA15A-5EB4-D570-2D2B-175B30EACF3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370772" y="3796560"/>
            <a:ext cx="639128" cy="331400"/>
          </a:xfrm>
          <a:prstGeom prst="rect">
            <a:avLst/>
          </a:prstGeom>
        </p:spPr>
      </p:pic>
      <p:pic>
        <p:nvPicPr>
          <p:cNvPr id="316" name="图形 315">
            <a:extLst>
              <a:ext uri="{FF2B5EF4-FFF2-40B4-BE49-F238E27FC236}">
                <a16:creationId xmlns:a16="http://schemas.microsoft.com/office/drawing/2014/main" id="{FA38F3D5-58EA-63B9-6FED-4C102C97893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878136" y="3810000"/>
            <a:ext cx="608979" cy="331200"/>
          </a:xfrm>
          <a:prstGeom prst="rect">
            <a:avLst/>
          </a:prstGeom>
        </p:spPr>
      </p:pic>
      <p:sp>
        <p:nvSpPr>
          <p:cNvPr id="322" name="文本框 321">
            <a:extLst>
              <a:ext uri="{FF2B5EF4-FFF2-40B4-BE49-F238E27FC236}">
                <a16:creationId xmlns:a16="http://schemas.microsoft.com/office/drawing/2014/main" id="{1E4CB2FA-4172-4DE8-3A89-53FCE527E013}"/>
              </a:ext>
            </a:extLst>
          </p:cNvPr>
          <p:cNvSpPr txBox="1"/>
          <p:nvPr/>
        </p:nvSpPr>
        <p:spPr>
          <a:xfrm>
            <a:off x="4755833" y="3390900"/>
            <a:ext cx="2552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solidFill>
                  <a:srgbClr val="002060"/>
                </a:solidFill>
              </a:rPr>
              <a:t>Intersection (multiple segments)</a:t>
            </a:r>
          </a:p>
        </p:txBody>
      </p:sp>
      <p:sp>
        <p:nvSpPr>
          <p:cNvPr id="323" name="文本框 322">
            <a:extLst>
              <a:ext uri="{FF2B5EF4-FFF2-40B4-BE49-F238E27FC236}">
                <a16:creationId xmlns:a16="http://schemas.microsoft.com/office/drawing/2014/main" id="{E5C04874-2195-4E28-7012-BD6F4D31E6C7}"/>
              </a:ext>
            </a:extLst>
          </p:cNvPr>
          <p:cNvSpPr txBox="1"/>
          <p:nvPr/>
        </p:nvSpPr>
        <p:spPr>
          <a:xfrm>
            <a:off x="8223595" y="501226"/>
            <a:ext cx="39723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and target regions</a:t>
            </a:r>
          </a:p>
        </p:txBody>
      </p:sp>
      <p:sp>
        <p:nvSpPr>
          <p:cNvPr id="324" name="文本框 323">
            <a:extLst>
              <a:ext uri="{FF2B5EF4-FFF2-40B4-BE49-F238E27FC236}">
                <a16:creationId xmlns:a16="http://schemas.microsoft.com/office/drawing/2014/main" id="{55124DB8-E5E5-F893-4220-9B5FA2D61148}"/>
              </a:ext>
            </a:extLst>
          </p:cNvPr>
          <p:cNvSpPr txBox="1"/>
          <p:nvPr/>
        </p:nvSpPr>
        <p:spPr>
          <a:xfrm>
            <a:off x="7701983" y="437500"/>
            <a:ext cx="407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/>
              <a:t>b</a:t>
            </a:r>
            <a:endParaRPr lang="zh-CN" altLang="en-US" sz="3600" b="1"/>
          </a:p>
        </p:txBody>
      </p:sp>
      <p:sp>
        <p:nvSpPr>
          <p:cNvPr id="326" name="文本框 325">
            <a:extLst>
              <a:ext uri="{FF2B5EF4-FFF2-40B4-BE49-F238E27FC236}">
                <a16:creationId xmlns:a16="http://schemas.microsoft.com/office/drawing/2014/main" id="{AB40D635-AB7A-F757-C8BC-5001FE6B1EF3}"/>
              </a:ext>
            </a:extLst>
          </p:cNvPr>
          <p:cNvSpPr txBox="1"/>
          <p:nvPr/>
        </p:nvSpPr>
        <p:spPr>
          <a:xfrm>
            <a:off x="1164145" y="995398"/>
            <a:ext cx="5748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002060"/>
                </a:solidFill>
              </a:rPr>
              <a:t>A road region consists of one or more road segments,</a:t>
            </a:r>
          </a:p>
          <a:p>
            <a:r>
              <a:rPr lang="en-US" altLang="zh-CN" b="1">
                <a:solidFill>
                  <a:srgbClr val="002060"/>
                </a:solidFill>
              </a:rPr>
              <a:t>a lane subset, and a longitudinal interval.</a:t>
            </a:r>
          </a:p>
        </p:txBody>
      </p:sp>
      <p:sp>
        <p:nvSpPr>
          <p:cNvPr id="327" name="矩形 326">
            <a:extLst>
              <a:ext uri="{FF2B5EF4-FFF2-40B4-BE49-F238E27FC236}">
                <a16:creationId xmlns:a16="http://schemas.microsoft.com/office/drawing/2014/main" id="{0218D24D-1251-3259-2F05-EF57C91B6978}"/>
              </a:ext>
            </a:extLst>
          </p:cNvPr>
          <p:cNvSpPr>
            <a:spLocks noGrp="1"/>
          </p:cNvSpPr>
          <p:nvPr/>
        </p:nvSpPr>
        <p:spPr>
          <a:xfrm rot="20366852">
            <a:off x="4776714" y="2530150"/>
            <a:ext cx="2382920" cy="509505"/>
          </a:xfrm>
          <a:custGeom>
            <a:avLst/>
            <a:gdLst>
              <a:gd name="connsiteX0" fmla="*/ 0 w 2381250"/>
              <a:gd name="connsiteY0" fmla="*/ 0 h 484313"/>
              <a:gd name="connsiteX1" fmla="*/ 2381250 w 2381250"/>
              <a:gd name="connsiteY1" fmla="*/ 0 h 484313"/>
              <a:gd name="connsiteX2" fmla="*/ 2381250 w 2381250"/>
              <a:gd name="connsiteY2" fmla="*/ 484313 h 484313"/>
              <a:gd name="connsiteX3" fmla="*/ 0 w 2381250"/>
              <a:gd name="connsiteY3" fmla="*/ 484313 h 484313"/>
              <a:gd name="connsiteX4" fmla="*/ 0 w 2381250"/>
              <a:gd name="connsiteY4" fmla="*/ 0 h 484313"/>
              <a:gd name="connsiteX0" fmla="*/ 6416 w 2381250"/>
              <a:gd name="connsiteY0" fmla="*/ 91414 h 484313"/>
              <a:gd name="connsiteX1" fmla="*/ 2381250 w 2381250"/>
              <a:gd name="connsiteY1" fmla="*/ 0 h 484313"/>
              <a:gd name="connsiteX2" fmla="*/ 2381250 w 2381250"/>
              <a:gd name="connsiteY2" fmla="*/ 484313 h 484313"/>
              <a:gd name="connsiteX3" fmla="*/ 0 w 2381250"/>
              <a:gd name="connsiteY3" fmla="*/ 484313 h 484313"/>
              <a:gd name="connsiteX4" fmla="*/ 6416 w 2381250"/>
              <a:gd name="connsiteY4" fmla="*/ 91414 h 484313"/>
              <a:gd name="connsiteX0" fmla="*/ 0 w 2382920"/>
              <a:gd name="connsiteY0" fmla="*/ 45149 h 484313"/>
              <a:gd name="connsiteX1" fmla="*/ 2382920 w 2382920"/>
              <a:gd name="connsiteY1" fmla="*/ 0 h 484313"/>
              <a:gd name="connsiteX2" fmla="*/ 2382920 w 2382920"/>
              <a:gd name="connsiteY2" fmla="*/ 484313 h 484313"/>
              <a:gd name="connsiteX3" fmla="*/ 1670 w 2382920"/>
              <a:gd name="connsiteY3" fmla="*/ 484313 h 484313"/>
              <a:gd name="connsiteX4" fmla="*/ 0 w 2382920"/>
              <a:gd name="connsiteY4" fmla="*/ 45149 h 484313"/>
              <a:gd name="connsiteX0" fmla="*/ 0 w 2382920"/>
              <a:gd name="connsiteY0" fmla="*/ 45149 h 484313"/>
              <a:gd name="connsiteX1" fmla="*/ 2382920 w 2382920"/>
              <a:gd name="connsiteY1" fmla="*/ 0 h 484313"/>
              <a:gd name="connsiteX2" fmla="*/ 2382920 w 2382920"/>
              <a:gd name="connsiteY2" fmla="*/ 484313 h 484313"/>
              <a:gd name="connsiteX3" fmla="*/ 1670 w 2382920"/>
              <a:gd name="connsiteY3" fmla="*/ 484313 h 484313"/>
              <a:gd name="connsiteX4" fmla="*/ 0 w 2382920"/>
              <a:gd name="connsiteY4" fmla="*/ 45149 h 484313"/>
              <a:gd name="connsiteX0" fmla="*/ 0 w 2382920"/>
              <a:gd name="connsiteY0" fmla="*/ 158419 h 597583"/>
              <a:gd name="connsiteX1" fmla="*/ 2382920 w 2382920"/>
              <a:gd name="connsiteY1" fmla="*/ 113270 h 597583"/>
              <a:gd name="connsiteX2" fmla="*/ 2382920 w 2382920"/>
              <a:gd name="connsiteY2" fmla="*/ 597583 h 597583"/>
              <a:gd name="connsiteX3" fmla="*/ 1670 w 2382920"/>
              <a:gd name="connsiteY3" fmla="*/ 597583 h 597583"/>
              <a:gd name="connsiteX4" fmla="*/ 0 w 2382920"/>
              <a:gd name="connsiteY4" fmla="*/ 158419 h 597583"/>
              <a:gd name="connsiteX0" fmla="*/ 0 w 2382920"/>
              <a:gd name="connsiteY0" fmla="*/ 140404 h 579568"/>
              <a:gd name="connsiteX1" fmla="*/ 2361185 w 2382920"/>
              <a:gd name="connsiteY1" fmla="*/ 164710 h 579568"/>
              <a:gd name="connsiteX2" fmla="*/ 2382920 w 2382920"/>
              <a:gd name="connsiteY2" fmla="*/ 579568 h 579568"/>
              <a:gd name="connsiteX3" fmla="*/ 1670 w 2382920"/>
              <a:gd name="connsiteY3" fmla="*/ 579568 h 579568"/>
              <a:gd name="connsiteX4" fmla="*/ 0 w 2382920"/>
              <a:gd name="connsiteY4" fmla="*/ 140404 h 579568"/>
              <a:gd name="connsiteX0" fmla="*/ 0 w 2382920"/>
              <a:gd name="connsiteY0" fmla="*/ 162073 h 601237"/>
              <a:gd name="connsiteX1" fmla="*/ 2361185 w 2382920"/>
              <a:gd name="connsiteY1" fmla="*/ 186379 h 601237"/>
              <a:gd name="connsiteX2" fmla="*/ 2382920 w 2382920"/>
              <a:gd name="connsiteY2" fmla="*/ 601237 h 601237"/>
              <a:gd name="connsiteX3" fmla="*/ 1670 w 2382920"/>
              <a:gd name="connsiteY3" fmla="*/ 601237 h 601237"/>
              <a:gd name="connsiteX4" fmla="*/ 0 w 2382920"/>
              <a:gd name="connsiteY4" fmla="*/ 162073 h 601237"/>
              <a:gd name="connsiteX0" fmla="*/ 0 w 2382920"/>
              <a:gd name="connsiteY0" fmla="*/ 162074 h 601238"/>
              <a:gd name="connsiteX1" fmla="*/ 2361185 w 2382920"/>
              <a:gd name="connsiteY1" fmla="*/ 186380 h 601238"/>
              <a:gd name="connsiteX2" fmla="*/ 2382920 w 2382920"/>
              <a:gd name="connsiteY2" fmla="*/ 601238 h 601238"/>
              <a:gd name="connsiteX3" fmla="*/ 27867 w 2382920"/>
              <a:gd name="connsiteY3" fmla="*/ 582538 h 601238"/>
              <a:gd name="connsiteX4" fmla="*/ 0 w 2382920"/>
              <a:gd name="connsiteY4" fmla="*/ 162074 h 601238"/>
              <a:gd name="connsiteX0" fmla="*/ 0 w 2382920"/>
              <a:gd name="connsiteY0" fmla="*/ 162074 h 601238"/>
              <a:gd name="connsiteX1" fmla="*/ 2361185 w 2382920"/>
              <a:gd name="connsiteY1" fmla="*/ 186380 h 601238"/>
              <a:gd name="connsiteX2" fmla="*/ 2382920 w 2382920"/>
              <a:gd name="connsiteY2" fmla="*/ 601238 h 601238"/>
              <a:gd name="connsiteX3" fmla="*/ 27867 w 2382920"/>
              <a:gd name="connsiteY3" fmla="*/ 582538 h 601238"/>
              <a:gd name="connsiteX4" fmla="*/ 0 w 2382920"/>
              <a:gd name="connsiteY4" fmla="*/ 162074 h 601238"/>
              <a:gd name="connsiteX0" fmla="*/ 0 w 2382920"/>
              <a:gd name="connsiteY0" fmla="*/ 162074 h 601238"/>
              <a:gd name="connsiteX1" fmla="*/ 2361185 w 2382920"/>
              <a:gd name="connsiteY1" fmla="*/ 186380 h 601238"/>
              <a:gd name="connsiteX2" fmla="*/ 2382920 w 2382920"/>
              <a:gd name="connsiteY2" fmla="*/ 601238 h 601238"/>
              <a:gd name="connsiteX3" fmla="*/ 27867 w 2382920"/>
              <a:gd name="connsiteY3" fmla="*/ 582538 h 601238"/>
              <a:gd name="connsiteX4" fmla="*/ 0 w 2382920"/>
              <a:gd name="connsiteY4" fmla="*/ 162074 h 601238"/>
              <a:gd name="connsiteX0" fmla="*/ 0 w 2382920"/>
              <a:gd name="connsiteY0" fmla="*/ 155669 h 594833"/>
              <a:gd name="connsiteX1" fmla="*/ 2364252 w 2382920"/>
              <a:gd name="connsiteY1" fmla="*/ 202681 h 594833"/>
              <a:gd name="connsiteX2" fmla="*/ 2382920 w 2382920"/>
              <a:gd name="connsiteY2" fmla="*/ 594833 h 594833"/>
              <a:gd name="connsiteX3" fmla="*/ 27867 w 2382920"/>
              <a:gd name="connsiteY3" fmla="*/ 576133 h 594833"/>
              <a:gd name="connsiteX4" fmla="*/ 0 w 2382920"/>
              <a:gd name="connsiteY4" fmla="*/ 155669 h 594833"/>
              <a:gd name="connsiteX0" fmla="*/ 0 w 2382920"/>
              <a:gd name="connsiteY0" fmla="*/ 171257 h 610421"/>
              <a:gd name="connsiteX1" fmla="*/ 2364252 w 2382920"/>
              <a:gd name="connsiteY1" fmla="*/ 218269 h 610421"/>
              <a:gd name="connsiteX2" fmla="*/ 2382920 w 2382920"/>
              <a:gd name="connsiteY2" fmla="*/ 610421 h 610421"/>
              <a:gd name="connsiteX3" fmla="*/ 27867 w 2382920"/>
              <a:gd name="connsiteY3" fmla="*/ 591721 h 610421"/>
              <a:gd name="connsiteX4" fmla="*/ 0 w 2382920"/>
              <a:gd name="connsiteY4" fmla="*/ 171257 h 610421"/>
              <a:gd name="connsiteX0" fmla="*/ 0 w 2382920"/>
              <a:gd name="connsiteY0" fmla="*/ 171257 h 610421"/>
              <a:gd name="connsiteX1" fmla="*/ 2364252 w 2382920"/>
              <a:gd name="connsiteY1" fmla="*/ 218269 h 610421"/>
              <a:gd name="connsiteX2" fmla="*/ 2382920 w 2382920"/>
              <a:gd name="connsiteY2" fmla="*/ 610421 h 610421"/>
              <a:gd name="connsiteX3" fmla="*/ 46816 w 2382920"/>
              <a:gd name="connsiteY3" fmla="*/ 539296 h 610421"/>
              <a:gd name="connsiteX4" fmla="*/ 0 w 2382920"/>
              <a:gd name="connsiteY4" fmla="*/ 171257 h 610421"/>
              <a:gd name="connsiteX0" fmla="*/ 0 w 2382920"/>
              <a:gd name="connsiteY0" fmla="*/ 171257 h 610421"/>
              <a:gd name="connsiteX1" fmla="*/ 2364252 w 2382920"/>
              <a:gd name="connsiteY1" fmla="*/ 218269 h 610421"/>
              <a:gd name="connsiteX2" fmla="*/ 2382920 w 2382920"/>
              <a:gd name="connsiteY2" fmla="*/ 610421 h 610421"/>
              <a:gd name="connsiteX3" fmla="*/ 46816 w 2382920"/>
              <a:gd name="connsiteY3" fmla="*/ 539296 h 610421"/>
              <a:gd name="connsiteX4" fmla="*/ 0 w 2382920"/>
              <a:gd name="connsiteY4" fmla="*/ 171257 h 610421"/>
              <a:gd name="connsiteX0" fmla="*/ 0 w 2382920"/>
              <a:gd name="connsiteY0" fmla="*/ 171257 h 610421"/>
              <a:gd name="connsiteX1" fmla="*/ 2364252 w 2382920"/>
              <a:gd name="connsiteY1" fmla="*/ 218269 h 610421"/>
              <a:gd name="connsiteX2" fmla="*/ 2382920 w 2382920"/>
              <a:gd name="connsiteY2" fmla="*/ 610421 h 610421"/>
              <a:gd name="connsiteX3" fmla="*/ 46816 w 2382920"/>
              <a:gd name="connsiteY3" fmla="*/ 539296 h 610421"/>
              <a:gd name="connsiteX4" fmla="*/ 0 w 2382920"/>
              <a:gd name="connsiteY4" fmla="*/ 171257 h 610421"/>
              <a:gd name="connsiteX0" fmla="*/ 0 w 2382920"/>
              <a:gd name="connsiteY0" fmla="*/ 171257 h 610421"/>
              <a:gd name="connsiteX1" fmla="*/ 2364252 w 2382920"/>
              <a:gd name="connsiteY1" fmla="*/ 218269 h 610421"/>
              <a:gd name="connsiteX2" fmla="*/ 2382920 w 2382920"/>
              <a:gd name="connsiteY2" fmla="*/ 610421 h 610421"/>
              <a:gd name="connsiteX3" fmla="*/ 46816 w 2382920"/>
              <a:gd name="connsiteY3" fmla="*/ 539296 h 610421"/>
              <a:gd name="connsiteX4" fmla="*/ 0 w 2382920"/>
              <a:gd name="connsiteY4" fmla="*/ 171257 h 610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2920" h="610421">
                <a:moveTo>
                  <a:pt x="0" y="171257"/>
                </a:moveTo>
                <a:cubicBezTo>
                  <a:pt x="1069925" y="-165156"/>
                  <a:pt x="1660793" y="73038"/>
                  <a:pt x="2364252" y="218269"/>
                </a:cubicBezTo>
                <a:lnTo>
                  <a:pt x="2382920" y="610421"/>
                </a:lnTo>
                <a:cubicBezTo>
                  <a:pt x="1592034" y="281634"/>
                  <a:pt x="805348" y="378245"/>
                  <a:pt x="46816" y="539296"/>
                </a:cubicBezTo>
                <a:cubicBezTo>
                  <a:pt x="30930" y="376882"/>
                  <a:pt x="557" y="317645"/>
                  <a:pt x="0" y="171257"/>
                </a:cubicBezTo>
                <a:close/>
              </a:path>
            </a:pathLst>
          </a:custGeom>
          <a:solidFill>
            <a:srgbClr val="AEB5B8"/>
          </a:solidFill>
          <a:ln w="10478">
            <a:solidFill>
              <a:srgbClr val="707B82"/>
            </a:solidFill>
            <a:prstDash val="solid"/>
          </a:ln>
        </p:spPr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85CFE9BA-4749-4E77-9307-8CFF2FD7240B}"/>
              </a:ext>
            </a:extLst>
          </p:cNvPr>
          <p:cNvSpPr>
            <a:spLocks noGrp="1"/>
          </p:cNvSpPr>
          <p:nvPr/>
        </p:nvSpPr>
        <p:spPr>
          <a:xfrm>
            <a:off x="4810125" y="2262188"/>
            <a:ext cx="2381250" cy="390525"/>
          </a:xfrm>
          <a:prstGeom prst="rect">
            <a:avLst/>
          </a:prstGeom>
          <a:solidFill>
            <a:srgbClr val="AEB5B8"/>
          </a:solidFill>
          <a:ln w="10478">
            <a:solidFill>
              <a:srgbClr val="707B82"/>
            </a:solidFill>
            <a:prstDash val="solid"/>
          </a:ln>
        </p:spPr>
      </p:sp>
      <p:cxnSp>
        <p:nvCxnSpPr>
          <p:cNvPr id="333" name="直接连接符 332">
            <a:extLst>
              <a:ext uri="{FF2B5EF4-FFF2-40B4-BE49-F238E27FC236}">
                <a16:creationId xmlns:a16="http://schemas.microsoft.com/office/drawing/2014/main" id="{CFDA1813-1EEB-5B96-09F4-CFC694F1EDA8}"/>
              </a:ext>
            </a:extLst>
          </p:cNvPr>
          <p:cNvCxnSpPr>
            <a:cxnSpLocks/>
            <a:endCxn id="86" idx="2"/>
          </p:cNvCxnSpPr>
          <p:nvPr/>
        </p:nvCxnSpPr>
        <p:spPr>
          <a:xfrm flipV="1">
            <a:off x="4886325" y="2652713"/>
            <a:ext cx="1114425" cy="581025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直接连接符 337">
            <a:extLst>
              <a:ext uri="{FF2B5EF4-FFF2-40B4-BE49-F238E27FC236}">
                <a16:creationId xmlns:a16="http://schemas.microsoft.com/office/drawing/2014/main" id="{9480877B-8F05-2EF8-7521-FC30E2BE68B0}"/>
              </a:ext>
            </a:extLst>
          </p:cNvPr>
          <p:cNvCxnSpPr>
            <a:cxnSpLocks/>
            <a:stCxn id="117" idx="1"/>
            <a:endCxn id="117" idx="3"/>
          </p:cNvCxnSpPr>
          <p:nvPr/>
        </p:nvCxnSpPr>
        <p:spPr>
          <a:xfrm>
            <a:off x="4782979" y="4445251"/>
            <a:ext cx="2381250" cy="0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9" name="图形 348">
            <a:extLst>
              <a:ext uri="{FF2B5EF4-FFF2-40B4-BE49-F238E27FC236}">
                <a16:creationId xmlns:a16="http://schemas.microsoft.com/office/drawing/2014/main" id="{72F8830E-E3F9-B2D4-96C9-CBA9785193F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995585" y="2260353"/>
            <a:ext cx="370800" cy="192267"/>
          </a:xfrm>
          <a:prstGeom prst="rect">
            <a:avLst/>
          </a:prstGeom>
        </p:spPr>
      </p:pic>
      <p:pic>
        <p:nvPicPr>
          <p:cNvPr id="344" name="图形 343">
            <a:extLst>
              <a:ext uri="{FF2B5EF4-FFF2-40B4-BE49-F238E27FC236}">
                <a16:creationId xmlns:a16="http://schemas.microsoft.com/office/drawing/2014/main" id="{992DD533-B21A-DE03-0006-B15AD1A710F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19977404">
            <a:off x="5255688" y="2742282"/>
            <a:ext cx="369531" cy="186318"/>
          </a:xfrm>
          <a:prstGeom prst="rect">
            <a:avLst/>
          </a:prstGeom>
        </p:spPr>
      </p:pic>
      <p:sp>
        <p:nvSpPr>
          <p:cNvPr id="388" name="矩形 387">
            <a:extLst>
              <a:ext uri="{FF2B5EF4-FFF2-40B4-BE49-F238E27FC236}">
                <a16:creationId xmlns:a16="http://schemas.microsoft.com/office/drawing/2014/main" id="{9E2A5F31-A372-E42A-AD89-37FA505C7AD2}"/>
              </a:ext>
            </a:extLst>
          </p:cNvPr>
          <p:cNvSpPr>
            <a:spLocks noGrp="1"/>
          </p:cNvSpPr>
          <p:nvPr/>
        </p:nvSpPr>
        <p:spPr>
          <a:xfrm rot="5400000">
            <a:off x="5629967" y="3650454"/>
            <a:ext cx="500078" cy="540000"/>
          </a:xfrm>
          <a:prstGeom prst="rect">
            <a:avLst/>
          </a:prstGeom>
          <a:solidFill>
            <a:srgbClr val="AEB5B8"/>
          </a:solidFill>
          <a:ln w="10478">
            <a:solidFill>
              <a:srgbClr val="707B82"/>
            </a:solidFill>
            <a:prstDash val="solid"/>
          </a:ln>
        </p:spPr>
      </p:sp>
      <p:sp>
        <p:nvSpPr>
          <p:cNvPr id="389" name="矩形 388">
            <a:extLst>
              <a:ext uri="{FF2B5EF4-FFF2-40B4-BE49-F238E27FC236}">
                <a16:creationId xmlns:a16="http://schemas.microsoft.com/office/drawing/2014/main" id="{DE7AAF9F-7E1A-AB61-6487-2D708ACF1406}"/>
              </a:ext>
            </a:extLst>
          </p:cNvPr>
          <p:cNvSpPr>
            <a:spLocks noGrp="1"/>
          </p:cNvSpPr>
          <p:nvPr/>
        </p:nvSpPr>
        <p:spPr>
          <a:xfrm rot="5400000">
            <a:off x="5620219" y="4709179"/>
            <a:ext cx="500078" cy="540000"/>
          </a:xfrm>
          <a:prstGeom prst="rect">
            <a:avLst/>
          </a:prstGeom>
          <a:solidFill>
            <a:srgbClr val="AEB5B8"/>
          </a:solidFill>
          <a:ln w="10478">
            <a:solidFill>
              <a:srgbClr val="707B82"/>
            </a:solidFill>
            <a:prstDash val="solid"/>
          </a:ln>
        </p:spPr>
      </p:sp>
      <p:cxnSp>
        <p:nvCxnSpPr>
          <p:cNvPr id="397" name="直接连接符 396">
            <a:extLst>
              <a:ext uri="{FF2B5EF4-FFF2-40B4-BE49-F238E27FC236}">
                <a16:creationId xmlns:a16="http://schemas.microsoft.com/office/drawing/2014/main" id="{B800E9A8-11EB-80E7-A186-F7F71B94DE4C}"/>
              </a:ext>
            </a:extLst>
          </p:cNvPr>
          <p:cNvCxnSpPr>
            <a:cxnSpLocks/>
            <a:stCxn id="388" idx="1"/>
            <a:endCxn id="389" idx="3"/>
          </p:cNvCxnSpPr>
          <p:nvPr/>
        </p:nvCxnSpPr>
        <p:spPr>
          <a:xfrm flipH="1">
            <a:off x="5870258" y="3670415"/>
            <a:ext cx="9748" cy="1558803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4" name="图形 403">
            <a:extLst>
              <a:ext uri="{FF2B5EF4-FFF2-40B4-BE49-F238E27FC236}">
                <a16:creationId xmlns:a16="http://schemas.microsoft.com/office/drawing/2014/main" id="{593FD09B-551A-9F1E-4A35-D6C4B1FDB39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112107" y="4209469"/>
            <a:ext cx="369531" cy="186318"/>
          </a:xfrm>
          <a:prstGeom prst="rect">
            <a:avLst/>
          </a:prstGeom>
        </p:spPr>
      </p:pic>
      <p:sp>
        <p:nvSpPr>
          <p:cNvPr id="405" name="矩形 404">
            <a:extLst>
              <a:ext uri="{FF2B5EF4-FFF2-40B4-BE49-F238E27FC236}">
                <a16:creationId xmlns:a16="http://schemas.microsoft.com/office/drawing/2014/main" id="{7103152C-F779-F8ED-D940-1F52C5D61B53}"/>
              </a:ext>
            </a:extLst>
          </p:cNvPr>
          <p:cNvSpPr>
            <a:spLocks noGrp="1"/>
          </p:cNvSpPr>
          <p:nvPr/>
        </p:nvSpPr>
        <p:spPr>
          <a:xfrm>
            <a:off x="5619751" y="4175249"/>
            <a:ext cx="533400" cy="549151"/>
          </a:xfrm>
          <a:prstGeom prst="rect">
            <a:avLst/>
          </a:prstGeom>
          <a:solidFill>
            <a:srgbClr val="BDEDBD">
              <a:alpha val="69000"/>
            </a:srgbClr>
          </a:solidFill>
          <a:ln w="22860">
            <a:solidFill>
              <a:srgbClr val="2E6A51"/>
            </a:solidFill>
            <a:prstDash val="dash"/>
          </a:ln>
        </p:spPr>
      </p:sp>
      <p:cxnSp>
        <p:nvCxnSpPr>
          <p:cNvPr id="407" name="直接连接符 406">
            <a:extLst>
              <a:ext uri="{FF2B5EF4-FFF2-40B4-BE49-F238E27FC236}">
                <a16:creationId xmlns:a16="http://schemas.microsoft.com/office/drawing/2014/main" id="{4805728B-CAF0-C3A1-3995-DEC58B61ED25}"/>
              </a:ext>
            </a:extLst>
          </p:cNvPr>
          <p:cNvCxnSpPr>
            <a:cxnSpLocks/>
          </p:cNvCxnSpPr>
          <p:nvPr/>
        </p:nvCxnSpPr>
        <p:spPr>
          <a:xfrm>
            <a:off x="4810125" y="2466975"/>
            <a:ext cx="2381250" cy="0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矩形 385">
            <a:extLst>
              <a:ext uri="{FF2B5EF4-FFF2-40B4-BE49-F238E27FC236}">
                <a16:creationId xmlns:a16="http://schemas.microsoft.com/office/drawing/2014/main" id="{C202DD0D-9903-87EE-7E1B-D3C385C3A296}"/>
              </a:ext>
            </a:extLst>
          </p:cNvPr>
          <p:cNvSpPr>
            <a:spLocks noGrp="1"/>
          </p:cNvSpPr>
          <p:nvPr/>
        </p:nvSpPr>
        <p:spPr>
          <a:xfrm>
            <a:off x="5608750" y="2257234"/>
            <a:ext cx="860584" cy="726724"/>
          </a:xfrm>
          <a:custGeom>
            <a:avLst/>
            <a:gdLst>
              <a:gd name="connsiteX0" fmla="*/ 0 w 955834"/>
              <a:gd name="connsiteY0" fmla="*/ 0 h 509554"/>
              <a:gd name="connsiteX1" fmla="*/ 955834 w 955834"/>
              <a:gd name="connsiteY1" fmla="*/ 0 h 509554"/>
              <a:gd name="connsiteX2" fmla="*/ 955834 w 955834"/>
              <a:gd name="connsiteY2" fmla="*/ 509554 h 509554"/>
              <a:gd name="connsiteX3" fmla="*/ 0 w 955834"/>
              <a:gd name="connsiteY3" fmla="*/ 509554 h 509554"/>
              <a:gd name="connsiteX4" fmla="*/ 0 w 955834"/>
              <a:gd name="connsiteY4" fmla="*/ 0 h 509554"/>
              <a:gd name="connsiteX0" fmla="*/ 0 w 1062514"/>
              <a:gd name="connsiteY0" fmla="*/ 0 h 509554"/>
              <a:gd name="connsiteX1" fmla="*/ 955834 w 1062514"/>
              <a:gd name="connsiteY1" fmla="*/ 0 h 509554"/>
              <a:gd name="connsiteX2" fmla="*/ 1062514 w 1062514"/>
              <a:gd name="connsiteY2" fmla="*/ 425734 h 509554"/>
              <a:gd name="connsiteX3" fmla="*/ 0 w 1062514"/>
              <a:gd name="connsiteY3" fmla="*/ 509554 h 509554"/>
              <a:gd name="connsiteX4" fmla="*/ 0 w 1062514"/>
              <a:gd name="connsiteY4" fmla="*/ 0 h 509554"/>
              <a:gd name="connsiteX0" fmla="*/ 0 w 1062514"/>
              <a:gd name="connsiteY0" fmla="*/ 0 h 726724"/>
              <a:gd name="connsiteX1" fmla="*/ 955834 w 1062514"/>
              <a:gd name="connsiteY1" fmla="*/ 0 h 726724"/>
              <a:gd name="connsiteX2" fmla="*/ 1062514 w 1062514"/>
              <a:gd name="connsiteY2" fmla="*/ 425734 h 726724"/>
              <a:gd name="connsiteX3" fmla="*/ 175260 w 1062514"/>
              <a:gd name="connsiteY3" fmla="*/ 726724 h 726724"/>
              <a:gd name="connsiteX4" fmla="*/ 0 w 1062514"/>
              <a:gd name="connsiteY4" fmla="*/ 0 h 726724"/>
              <a:gd name="connsiteX0" fmla="*/ 0 w 1062514"/>
              <a:gd name="connsiteY0" fmla="*/ 0 h 726724"/>
              <a:gd name="connsiteX1" fmla="*/ 955834 w 1062514"/>
              <a:gd name="connsiteY1" fmla="*/ 0 h 726724"/>
              <a:gd name="connsiteX2" fmla="*/ 1062514 w 1062514"/>
              <a:gd name="connsiteY2" fmla="*/ 425734 h 726724"/>
              <a:gd name="connsiteX3" fmla="*/ 175260 w 1062514"/>
              <a:gd name="connsiteY3" fmla="*/ 726724 h 726724"/>
              <a:gd name="connsiteX4" fmla="*/ 0 w 1062514"/>
              <a:gd name="connsiteY4" fmla="*/ 0 h 726724"/>
              <a:gd name="connsiteX0" fmla="*/ 0 w 1062514"/>
              <a:gd name="connsiteY0" fmla="*/ 0 h 726724"/>
              <a:gd name="connsiteX1" fmla="*/ 955834 w 1062514"/>
              <a:gd name="connsiteY1" fmla="*/ 0 h 726724"/>
              <a:gd name="connsiteX2" fmla="*/ 1062514 w 1062514"/>
              <a:gd name="connsiteY2" fmla="*/ 425734 h 726724"/>
              <a:gd name="connsiteX3" fmla="*/ 175260 w 1062514"/>
              <a:gd name="connsiteY3" fmla="*/ 726724 h 726724"/>
              <a:gd name="connsiteX4" fmla="*/ 0 w 1062514"/>
              <a:gd name="connsiteY4" fmla="*/ 0 h 726724"/>
              <a:gd name="connsiteX0" fmla="*/ 0 w 952024"/>
              <a:gd name="connsiteY0" fmla="*/ 7620 h 726724"/>
              <a:gd name="connsiteX1" fmla="*/ 845344 w 952024"/>
              <a:gd name="connsiteY1" fmla="*/ 0 h 726724"/>
              <a:gd name="connsiteX2" fmla="*/ 952024 w 952024"/>
              <a:gd name="connsiteY2" fmla="*/ 425734 h 726724"/>
              <a:gd name="connsiteX3" fmla="*/ 64770 w 952024"/>
              <a:gd name="connsiteY3" fmla="*/ 726724 h 726724"/>
              <a:gd name="connsiteX4" fmla="*/ 0 w 952024"/>
              <a:gd name="connsiteY4" fmla="*/ 7620 h 726724"/>
              <a:gd name="connsiteX0" fmla="*/ 0 w 860584"/>
              <a:gd name="connsiteY0" fmla="*/ 7620 h 726724"/>
              <a:gd name="connsiteX1" fmla="*/ 845344 w 860584"/>
              <a:gd name="connsiteY1" fmla="*/ 0 h 726724"/>
              <a:gd name="connsiteX2" fmla="*/ 860584 w 860584"/>
              <a:gd name="connsiteY2" fmla="*/ 440974 h 726724"/>
              <a:gd name="connsiteX3" fmla="*/ 64770 w 860584"/>
              <a:gd name="connsiteY3" fmla="*/ 726724 h 726724"/>
              <a:gd name="connsiteX4" fmla="*/ 0 w 860584"/>
              <a:gd name="connsiteY4" fmla="*/ 7620 h 726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0584" h="726724">
                <a:moveTo>
                  <a:pt x="0" y="7620"/>
                </a:moveTo>
                <a:lnTo>
                  <a:pt x="845344" y="0"/>
                </a:lnTo>
                <a:lnTo>
                  <a:pt x="860584" y="440974"/>
                </a:lnTo>
                <a:cubicBezTo>
                  <a:pt x="564833" y="541304"/>
                  <a:pt x="383381" y="569244"/>
                  <a:pt x="64770" y="726724"/>
                </a:cubicBezTo>
                <a:lnTo>
                  <a:pt x="0" y="7620"/>
                </a:lnTo>
                <a:close/>
              </a:path>
            </a:pathLst>
          </a:custGeom>
          <a:solidFill>
            <a:srgbClr val="BDEDBD">
              <a:alpha val="69000"/>
            </a:srgbClr>
          </a:solidFill>
          <a:ln w="22860">
            <a:solidFill>
              <a:srgbClr val="2E6A51"/>
            </a:solidFill>
            <a:prstDash val="dash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7" name="文本框 386">
                <a:extLst>
                  <a:ext uri="{FF2B5EF4-FFF2-40B4-BE49-F238E27FC236}">
                    <a16:creationId xmlns:a16="http://schemas.microsoft.com/office/drawing/2014/main" id="{35BB5540-4801-59F7-4D43-50BB11128EC6}"/>
                  </a:ext>
                </a:extLst>
              </p:cNvPr>
              <p:cNvSpPr txBox="1"/>
              <p:nvPr/>
            </p:nvSpPr>
            <p:spPr>
              <a:xfrm>
                <a:off x="5843315" y="2352258"/>
                <a:ext cx="3034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solidFill>
                            <a:srgbClr val="2E6A51"/>
                          </a:solidFill>
                          <a:latin typeface="Cambria Math" panose="02040503050406030204" pitchFamily="18" charset="0"/>
                        </a:rPr>
                        <m:t>ℛ</m:t>
                      </m:r>
                    </m:oMath>
                  </m:oMathPara>
                </a14:m>
                <a:endParaRPr lang="zh-CN" altLang="en-US" sz="1600">
                  <a:solidFill>
                    <a:srgbClr val="2E6A51"/>
                  </a:solidFill>
                </a:endParaRPr>
              </a:p>
            </p:txBody>
          </p:sp>
        </mc:Choice>
        <mc:Fallback xmlns="">
          <p:sp>
            <p:nvSpPr>
              <p:cNvPr id="387" name="文本框 386">
                <a:extLst>
                  <a:ext uri="{FF2B5EF4-FFF2-40B4-BE49-F238E27FC236}">
                    <a16:creationId xmlns:a16="http://schemas.microsoft.com/office/drawing/2014/main" id="{35BB5540-4801-59F7-4D43-50BB11128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315" y="2352258"/>
                <a:ext cx="303440" cy="338554"/>
              </a:xfrm>
              <a:prstGeom prst="rect">
                <a:avLst/>
              </a:prstGeom>
              <a:blipFill>
                <a:blip r:embed="rId25"/>
                <a:stretch>
                  <a:fillRect r="-20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0" name="图形 349">
            <a:extLst>
              <a:ext uri="{FF2B5EF4-FFF2-40B4-BE49-F238E27FC236}">
                <a16:creationId xmlns:a16="http://schemas.microsoft.com/office/drawing/2014/main" id="{D9672B82-164D-CE40-2697-B6071AFEB28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292215" y="2460446"/>
            <a:ext cx="370800" cy="192267"/>
          </a:xfrm>
          <a:prstGeom prst="rect">
            <a:avLst/>
          </a:prstGeom>
        </p:spPr>
      </p:pic>
      <p:pic>
        <p:nvPicPr>
          <p:cNvPr id="410" name="图形 409">
            <a:extLst>
              <a:ext uri="{FF2B5EF4-FFF2-40B4-BE49-F238E27FC236}">
                <a16:creationId xmlns:a16="http://schemas.microsoft.com/office/drawing/2014/main" id="{2CFF6AD8-FE3A-E636-CFEF-EDDB7EF5E97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5400000">
            <a:off x="5563007" y="3817352"/>
            <a:ext cx="370800" cy="192267"/>
          </a:xfrm>
          <a:prstGeom prst="rect">
            <a:avLst/>
          </a:prstGeom>
        </p:spPr>
      </p:pic>
      <p:pic>
        <p:nvPicPr>
          <p:cNvPr id="411" name="图形 410">
            <a:extLst>
              <a:ext uri="{FF2B5EF4-FFF2-40B4-BE49-F238E27FC236}">
                <a16:creationId xmlns:a16="http://schemas.microsoft.com/office/drawing/2014/main" id="{441DFD0C-603D-96B6-5FFD-757BA5D64C2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10800000">
            <a:off x="5967750" y="4499678"/>
            <a:ext cx="370800" cy="1922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12" name="文本框 411">
                <a:extLst>
                  <a:ext uri="{FF2B5EF4-FFF2-40B4-BE49-F238E27FC236}">
                    <a16:creationId xmlns:a16="http://schemas.microsoft.com/office/drawing/2014/main" id="{9985EACE-F115-5A85-0F6B-871BB5F12287}"/>
                  </a:ext>
                </a:extLst>
              </p:cNvPr>
              <p:cNvSpPr txBox="1"/>
              <p:nvPr/>
            </p:nvSpPr>
            <p:spPr>
              <a:xfrm>
                <a:off x="5706835" y="4275974"/>
                <a:ext cx="3034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solidFill>
                            <a:srgbClr val="2E6A51"/>
                          </a:solidFill>
                          <a:latin typeface="Cambria Math" panose="02040503050406030204" pitchFamily="18" charset="0"/>
                        </a:rPr>
                        <m:t>ℛ</m:t>
                      </m:r>
                    </m:oMath>
                  </m:oMathPara>
                </a14:m>
                <a:endParaRPr lang="zh-CN" altLang="en-US" sz="1600">
                  <a:solidFill>
                    <a:srgbClr val="2E6A51"/>
                  </a:solidFill>
                </a:endParaRPr>
              </a:p>
            </p:txBody>
          </p:sp>
        </mc:Choice>
        <mc:Fallback xmlns="">
          <p:sp>
            <p:nvSpPr>
              <p:cNvPr id="412" name="文本框 411">
                <a:extLst>
                  <a:ext uri="{FF2B5EF4-FFF2-40B4-BE49-F238E27FC236}">
                    <a16:creationId xmlns:a16="http://schemas.microsoft.com/office/drawing/2014/main" id="{9985EACE-F115-5A85-0F6B-871BB5F12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835" y="4275974"/>
                <a:ext cx="303440" cy="338554"/>
              </a:xfrm>
              <a:prstGeom prst="rect">
                <a:avLst/>
              </a:prstGeom>
              <a:blipFill>
                <a:blip r:embed="rId26"/>
                <a:stretch>
                  <a:fillRect r="-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3" name="文本框 412">
            <a:extLst>
              <a:ext uri="{FF2B5EF4-FFF2-40B4-BE49-F238E27FC236}">
                <a16:creationId xmlns:a16="http://schemas.microsoft.com/office/drawing/2014/main" id="{CDB06149-C2F5-ED85-2F71-3C92D6F8905B}"/>
              </a:ext>
            </a:extLst>
          </p:cNvPr>
          <p:cNvSpPr txBox="1"/>
          <p:nvPr/>
        </p:nvSpPr>
        <p:spPr>
          <a:xfrm>
            <a:off x="7672387" y="1075753"/>
            <a:ext cx="504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(b1)</a:t>
            </a:r>
          </a:p>
        </p:txBody>
      </p:sp>
      <p:sp>
        <p:nvSpPr>
          <p:cNvPr id="414" name="文本框 413">
            <a:extLst>
              <a:ext uri="{FF2B5EF4-FFF2-40B4-BE49-F238E27FC236}">
                <a16:creationId xmlns:a16="http://schemas.microsoft.com/office/drawing/2014/main" id="{8E3FFBD9-A758-25F5-36C7-C4F23BE4B549}"/>
              </a:ext>
            </a:extLst>
          </p:cNvPr>
          <p:cNvSpPr txBox="1"/>
          <p:nvPr/>
        </p:nvSpPr>
        <p:spPr>
          <a:xfrm>
            <a:off x="8191500" y="1078468"/>
            <a:ext cx="3741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</a:rPr>
              <a:t>Physically isolated configuration</a:t>
            </a:r>
          </a:p>
        </p:txBody>
      </p:sp>
      <p:sp>
        <p:nvSpPr>
          <p:cNvPr id="415" name="文本框 414">
            <a:extLst>
              <a:ext uri="{FF2B5EF4-FFF2-40B4-BE49-F238E27FC236}">
                <a16:creationId xmlns:a16="http://schemas.microsoft.com/office/drawing/2014/main" id="{1FF70F32-9129-B4DE-79BC-ACC60DB8025B}"/>
              </a:ext>
            </a:extLst>
          </p:cNvPr>
          <p:cNvSpPr txBox="1"/>
          <p:nvPr/>
        </p:nvSpPr>
        <p:spPr>
          <a:xfrm>
            <a:off x="7658480" y="3273861"/>
            <a:ext cx="504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(b2)</a:t>
            </a:r>
          </a:p>
        </p:txBody>
      </p:sp>
      <p:sp>
        <p:nvSpPr>
          <p:cNvPr id="419" name="文本框 418">
            <a:extLst>
              <a:ext uri="{FF2B5EF4-FFF2-40B4-BE49-F238E27FC236}">
                <a16:creationId xmlns:a16="http://schemas.microsoft.com/office/drawing/2014/main" id="{C3EE154F-E5ED-9EB9-E78F-949E5ECD6DB6}"/>
              </a:ext>
            </a:extLst>
          </p:cNvPr>
          <p:cNvSpPr txBox="1"/>
          <p:nvPr/>
        </p:nvSpPr>
        <p:spPr>
          <a:xfrm>
            <a:off x="8145779" y="3247994"/>
            <a:ext cx="41469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</a:rPr>
              <a:t>Physically connected configuration</a:t>
            </a:r>
          </a:p>
        </p:txBody>
      </p:sp>
      <p:cxnSp>
        <p:nvCxnSpPr>
          <p:cNvPr id="420" name="直接连接符 419">
            <a:extLst>
              <a:ext uri="{FF2B5EF4-FFF2-40B4-BE49-F238E27FC236}">
                <a16:creationId xmlns:a16="http://schemas.microsoft.com/office/drawing/2014/main" id="{9D7F709C-2759-DD7C-B1C7-3B7764942CA5}"/>
              </a:ext>
            </a:extLst>
          </p:cNvPr>
          <p:cNvCxnSpPr>
            <a:cxnSpLocks/>
            <a:stCxn id="165" idx="1"/>
            <a:endCxn id="165" idx="3"/>
          </p:cNvCxnSpPr>
          <p:nvPr/>
        </p:nvCxnSpPr>
        <p:spPr>
          <a:xfrm>
            <a:off x="7715250" y="2250472"/>
            <a:ext cx="5772150" cy="0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直接连接符 446">
            <a:extLst>
              <a:ext uri="{FF2B5EF4-FFF2-40B4-BE49-F238E27FC236}">
                <a16:creationId xmlns:a16="http://schemas.microsoft.com/office/drawing/2014/main" id="{BA2434B3-FD64-154C-5E24-E74ECE12C213}"/>
              </a:ext>
            </a:extLst>
          </p:cNvPr>
          <p:cNvCxnSpPr>
            <a:cxnSpLocks/>
            <a:stCxn id="200" idx="1"/>
            <a:endCxn id="200" idx="3"/>
          </p:cNvCxnSpPr>
          <p:nvPr/>
        </p:nvCxnSpPr>
        <p:spPr>
          <a:xfrm>
            <a:off x="7715250" y="4410075"/>
            <a:ext cx="5772150" cy="0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矩形 456">
            <a:extLst>
              <a:ext uri="{FF2B5EF4-FFF2-40B4-BE49-F238E27FC236}">
                <a16:creationId xmlns:a16="http://schemas.microsoft.com/office/drawing/2014/main" id="{A2F6C4D5-FB82-90E6-7B11-6CFDB7987E30}"/>
              </a:ext>
            </a:extLst>
          </p:cNvPr>
          <p:cNvSpPr>
            <a:spLocks noGrp="1"/>
          </p:cNvSpPr>
          <p:nvPr/>
        </p:nvSpPr>
        <p:spPr>
          <a:xfrm>
            <a:off x="9220200" y="4907265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 lnSpcReduction="10000"/>
          </a:bodyPr>
          <a:lstStyle/>
          <a:p>
            <a:pPr algn="ctr">
              <a:defRPr sz="1350" b="1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1" i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Explicit information propagation</a:t>
            </a:r>
          </a:p>
        </p:txBody>
      </p:sp>
      <p:sp>
        <p:nvSpPr>
          <p:cNvPr id="458" name="矩形 457">
            <a:extLst>
              <a:ext uri="{FF2B5EF4-FFF2-40B4-BE49-F238E27FC236}">
                <a16:creationId xmlns:a16="http://schemas.microsoft.com/office/drawing/2014/main" id="{48B7B686-1065-9FCE-1C8D-B62D1B49EAC0}"/>
              </a:ext>
            </a:extLst>
          </p:cNvPr>
          <p:cNvSpPr>
            <a:spLocks noGrp="1"/>
          </p:cNvSpPr>
          <p:nvPr/>
        </p:nvSpPr>
        <p:spPr>
          <a:xfrm>
            <a:off x="9315450" y="511681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1" i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(e.g., V2X, navigation, broadcast)</a:t>
            </a:r>
          </a:p>
        </p:txBody>
      </p:sp>
      <p:pic>
        <p:nvPicPr>
          <p:cNvPr id="463" name="图形 462">
            <a:extLst>
              <a:ext uri="{FF2B5EF4-FFF2-40B4-BE49-F238E27FC236}">
                <a16:creationId xmlns:a16="http://schemas.microsoft.com/office/drawing/2014/main" id="{65FD3D3B-9641-2B08-0163-F359A920F06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10800000">
            <a:off x="9470375" y="4291253"/>
            <a:ext cx="403200" cy="209067"/>
          </a:xfrm>
          <a:prstGeom prst="rect">
            <a:avLst/>
          </a:prstGeom>
        </p:spPr>
      </p:pic>
      <p:pic>
        <p:nvPicPr>
          <p:cNvPr id="464" name="图形 463">
            <a:extLst>
              <a:ext uri="{FF2B5EF4-FFF2-40B4-BE49-F238E27FC236}">
                <a16:creationId xmlns:a16="http://schemas.microsoft.com/office/drawing/2014/main" id="{2F1B20FD-139B-F61B-BD30-0DE8576E5A4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10800000">
            <a:off x="10333975" y="4291253"/>
            <a:ext cx="403200" cy="209067"/>
          </a:xfrm>
          <a:prstGeom prst="rect">
            <a:avLst/>
          </a:prstGeom>
        </p:spPr>
      </p:pic>
      <p:pic>
        <p:nvPicPr>
          <p:cNvPr id="465" name="图形 464">
            <a:extLst>
              <a:ext uri="{FF2B5EF4-FFF2-40B4-BE49-F238E27FC236}">
                <a16:creationId xmlns:a16="http://schemas.microsoft.com/office/drawing/2014/main" id="{1FE16A09-BF6F-F3F8-38C8-25F7F8665D2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10800000">
            <a:off x="11194400" y="4305541"/>
            <a:ext cx="403200" cy="209067"/>
          </a:xfrm>
          <a:prstGeom prst="rect">
            <a:avLst/>
          </a:prstGeom>
        </p:spPr>
      </p:pic>
      <p:cxnSp>
        <p:nvCxnSpPr>
          <p:cNvPr id="468" name="直接箭头连接符 467">
            <a:extLst>
              <a:ext uri="{FF2B5EF4-FFF2-40B4-BE49-F238E27FC236}">
                <a16:creationId xmlns:a16="http://schemas.microsoft.com/office/drawing/2014/main" id="{D252DD7B-55A8-01C1-E6BF-146F0B5E0B5A}"/>
              </a:ext>
            </a:extLst>
          </p:cNvPr>
          <p:cNvCxnSpPr>
            <a:cxnSpLocks/>
          </p:cNvCxnSpPr>
          <p:nvPr/>
        </p:nvCxnSpPr>
        <p:spPr>
          <a:xfrm>
            <a:off x="9890125" y="4410075"/>
            <a:ext cx="42862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直接箭头连接符 470">
            <a:extLst>
              <a:ext uri="{FF2B5EF4-FFF2-40B4-BE49-F238E27FC236}">
                <a16:creationId xmlns:a16="http://schemas.microsoft.com/office/drawing/2014/main" id="{846F944E-6DEB-C93B-EBC7-B6B973DC7FE3}"/>
              </a:ext>
            </a:extLst>
          </p:cNvPr>
          <p:cNvCxnSpPr>
            <a:cxnSpLocks/>
          </p:cNvCxnSpPr>
          <p:nvPr/>
        </p:nvCxnSpPr>
        <p:spPr>
          <a:xfrm>
            <a:off x="10756900" y="4410075"/>
            <a:ext cx="42862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矩形 473">
            <a:extLst>
              <a:ext uri="{FF2B5EF4-FFF2-40B4-BE49-F238E27FC236}">
                <a16:creationId xmlns:a16="http://schemas.microsoft.com/office/drawing/2014/main" id="{804EAB7F-45DC-955F-E9EC-FF147CEDF6BD}"/>
              </a:ext>
            </a:extLst>
          </p:cNvPr>
          <p:cNvSpPr/>
          <p:nvPr/>
        </p:nvSpPr>
        <p:spPr>
          <a:xfrm>
            <a:off x="344147" y="4222249"/>
            <a:ext cx="4228419" cy="141391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5" name="矩形 474">
            <a:extLst>
              <a:ext uri="{FF2B5EF4-FFF2-40B4-BE49-F238E27FC236}">
                <a16:creationId xmlns:a16="http://schemas.microsoft.com/office/drawing/2014/main" id="{ABE4D6AD-2B22-EFC3-2946-B2799C63B733}"/>
              </a:ext>
            </a:extLst>
          </p:cNvPr>
          <p:cNvSpPr/>
          <p:nvPr/>
        </p:nvSpPr>
        <p:spPr>
          <a:xfrm>
            <a:off x="4781319" y="4088130"/>
            <a:ext cx="819381" cy="78677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1" name="图片 130">
            <a:extLst>
              <a:ext uri="{FF2B5EF4-FFF2-40B4-BE49-F238E27FC236}">
                <a16:creationId xmlns:a16="http://schemas.microsoft.com/office/drawing/2014/main" id="{78C1AFCD-F53D-8E59-1510-B5A5673B7FA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97" y="4219575"/>
            <a:ext cx="360619" cy="360619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93B39900-BAE5-413A-B9CB-7C782C957D0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418" y="4219575"/>
            <a:ext cx="360619" cy="360619"/>
          </a:xfrm>
          <a:prstGeom prst="rect">
            <a:avLst/>
          </a:prstGeom>
        </p:spPr>
      </p:pic>
      <p:pic>
        <p:nvPicPr>
          <p:cNvPr id="261" name="图片 260">
            <a:extLst>
              <a:ext uri="{FF2B5EF4-FFF2-40B4-BE49-F238E27FC236}">
                <a16:creationId xmlns:a16="http://schemas.microsoft.com/office/drawing/2014/main" id="{BCA357B5-929A-C0C8-F1A8-25B879F4CD3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208" y="4249483"/>
            <a:ext cx="292607" cy="292607"/>
          </a:xfrm>
          <a:prstGeom prst="rect">
            <a:avLst/>
          </a:prstGeom>
        </p:spPr>
      </p:pic>
      <p:pic>
        <p:nvPicPr>
          <p:cNvPr id="274" name="图片 273">
            <a:extLst>
              <a:ext uri="{FF2B5EF4-FFF2-40B4-BE49-F238E27FC236}">
                <a16:creationId xmlns:a16="http://schemas.microsoft.com/office/drawing/2014/main" id="{9EA329D1-A03E-66C2-9F43-80981F39414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194" y="4243388"/>
            <a:ext cx="292607" cy="292607"/>
          </a:xfrm>
          <a:prstGeom prst="rect">
            <a:avLst/>
          </a:prstGeom>
        </p:spPr>
      </p:pic>
      <p:pic>
        <p:nvPicPr>
          <p:cNvPr id="275" name="图片 274">
            <a:extLst>
              <a:ext uri="{FF2B5EF4-FFF2-40B4-BE49-F238E27FC236}">
                <a16:creationId xmlns:a16="http://schemas.microsoft.com/office/drawing/2014/main" id="{08BCDB92-2ADF-BC98-F961-18C1AD2AC72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389" y="4212528"/>
            <a:ext cx="363950" cy="363950"/>
          </a:xfrm>
          <a:prstGeom prst="rect">
            <a:avLst/>
          </a:prstGeom>
        </p:spPr>
      </p:pic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26883EBD-F442-402F-B98F-26CE081C0B5E}"/>
              </a:ext>
            </a:extLst>
          </p:cNvPr>
          <p:cNvSpPr>
            <a:spLocks noGrp="1"/>
          </p:cNvSpPr>
          <p:nvPr/>
        </p:nvSpPr>
        <p:spPr>
          <a:xfrm>
            <a:off x="3810000" y="4324350"/>
            <a:ext cx="4763" cy="142875"/>
          </a:xfrm>
          <a:prstGeom prst="line">
            <a:avLst/>
          </a:prstGeom>
          <a:noFill/>
          <a:ln w="19050">
            <a:solidFill>
              <a:srgbClr val="18242E"/>
            </a:solidFill>
            <a:prstDash val="solid"/>
          </a:ln>
        </p:spPr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39D63EFC-A85E-4093-BFA4-EFE1B56BE7A4}"/>
              </a:ext>
            </a:extLst>
          </p:cNvPr>
          <p:cNvSpPr>
            <a:spLocks noGrp="1"/>
          </p:cNvSpPr>
          <p:nvPr/>
        </p:nvSpPr>
        <p:spPr>
          <a:xfrm>
            <a:off x="1857374" y="4329114"/>
            <a:ext cx="4763" cy="138112"/>
          </a:xfrm>
          <a:prstGeom prst="line">
            <a:avLst/>
          </a:prstGeom>
          <a:noFill/>
          <a:ln w="19050">
            <a:solidFill>
              <a:srgbClr val="18242E"/>
            </a:solidFill>
            <a:prstDash val="solid"/>
          </a:ln>
        </p:spPr>
      </p:sp>
      <p:cxnSp>
        <p:nvCxnSpPr>
          <p:cNvPr id="222" name="直接箭头连接符 221">
            <a:extLst>
              <a:ext uri="{FF2B5EF4-FFF2-40B4-BE49-F238E27FC236}">
                <a16:creationId xmlns:a16="http://schemas.microsoft.com/office/drawing/2014/main" id="{DD6159DC-86D3-F73A-6575-C144785435B6}"/>
              </a:ext>
            </a:extLst>
          </p:cNvPr>
          <p:cNvCxnSpPr>
            <a:cxnSpLocks/>
            <a:stCxn id="78" idx="0"/>
            <a:endCxn id="79" idx="0"/>
          </p:cNvCxnSpPr>
          <p:nvPr/>
        </p:nvCxnSpPr>
        <p:spPr>
          <a:xfrm flipV="1">
            <a:off x="1857374" y="4324350"/>
            <a:ext cx="1952626" cy="4764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矩形 478">
            <a:extLst>
              <a:ext uri="{FF2B5EF4-FFF2-40B4-BE49-F238E27FC236}">
                <a16:creationId xmlns:a16="http://schemas.microsoft.com/office/drawing/2014/main" id="{C22BF087-5FEC-6E39-919E-53BB21F24D65}"/>
              </a:ext>
            </a:extLst>
          </p:cNvPr>
          <p:cNvSpPr/>
          <p:nvPr/>
        </p:nvSpPr>
        <p:spPr>
          <a:xfrm>
            <a:off x="4776441" y="4728108"/>
            <a:ext cx="819381" cy="78677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0" name="矩形 479">
            <a:extLst>
              <a:ext uri="{FF2B5EF4-FFF2-40B4-BE49-F238E27FC236}">
                <a16:creationId xmlns:a16="http://schemas.microsoft.com/office/drawing/2014/main" id="{D147E38B-FD88-EFA6-B7D7-B369F8068FFE}"/>
              </a:ext>
            </a:extLst>
          </p:cNvPr>
          <p:cNvSpPr/>
          <p:nvPr/>
        </p:nvSpPr>
        <p:spPr>
          <a:xfrm rot="5400000">
            <a:off x="5316480" y="3886057"/>
            <a:ext cx="495531" cy="76717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0" name="图片 399">
            <a:extLst>
              <a:ext uri="{FF2B5EF4-FFF2-40B4-BE49-F238E27FC236}">
                <a16:creationId xmlns:a16="http://schemas.microsoft.com/office/drawing/2014/main" id="{C4BCD8ED-3E77-91D3-732F-414364B878F2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8651" y="3807347"/>
            <a:ext cx="363950" cy="363950"/>
          </a:xfrm>
          <a:prstGeom prst="rect">
            <a:avLst/>
          </a:prstGeom>
        </p:spPr>
      </p:pic>
      <p:sp>
        <p:nvSpPr>
          <p:cNvPr id="481" name="矩形 480">
            <a:extLst>
              <a:ext uri="{FF2B5EF4-FFF2-40B4-BE49-F238E27FC236}">
                <a16:creationId xmlns:a16="http://schemas.microsoft.com/office/drawing/2014/main" id="{82AEDF52-CA08-79DF-6062-0803B9DDAA1D}"/>
              </a:ext>
            </a:extLst>
          </p:cNvPr>
          <p:cNvSpPr/>
          <p:nvPr/>
        </p:nvSpPr>
        <p:spPr>
          <a:xfrm rot="5400000">
            <a:off x="5950465" y="3877928"/>
            <a:ext cx="495531" cy="76717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矩形 481">
            <a:extLst>
              <a:ext uri="{FF2B5EF4-FFF2-40B4-BE49-F238E27FC236}">
                <a16:creationId xmlns:a16="http://schemas.microsoft.com/office/drawing/2014/main" id="{87E07FF2-C0F1-9127-04B7-788E85ED9EDE}"/>
              </a:ext>
            </a:extLst>
          </p:cNvPr>
          <p:cNvSpPr/>
          <p:nvPr/>
        </p:nvSpPr>
        <p:spPr>
          <a:xfrm>
            <a:off x="6156168" y="4089863"/>
            <a:ext cx="1016569" cy="82385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矩形 482">
            <a:extLst>
              <a:ext uri="{FF2B5EF4-FFF2-40B4-BE49-F238E27FC236}">
                <a16:creationId xmlns:a16="http://schemas.microsoft.com/office/drawing/2014/main" id="{94F60A5E-8CE9-D486-4E17-15FDBEC3A29F}"/>
              </a:ext>
            </a:extLst>
          </p:cNvPr>
          <p:cNvSpPr/>
          <p:nvPr/>
        </p:nvSpPr>
        <p:spPr>
          <a:xfrm>
            <a:off x="6147660" y="4732503"/>
            <a:ext cx="1016569" cy="82385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1" name="图片 400">
            <a:extLst>
              <a:ext uri="{FF2B5EF4-FFF2-40B4-BE49-F238E27FC236}">
                <a16:creationId xmlns:a16="http://schemas.microsoft.com/office/drawing/2014/main" id="{22409861-0B92-CE77-F1F8-FF7D946E8BB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638" y="3811301"/>
            <a:ext cx="363950" cy="363950"/>
          </a:xfrm>
          <a:prstGeom prst="rect">
            <a:avLst/>
          </a:prstGeom>
        </p:spPr>
      </p:pic>
      <p:sp>
        <p:nvSpPr>
          <p:cNvPr id="484" name="矩形 483">
            <a:extLst>
              <a:ext uri="{FF2B5EF4-FFF2-40B4-BE49-F238E27FC236}">
                <a16:creationId xmlns:a16="http://schemas.microsoft.com/office/drawing/2014/main" id="{18D077DF-1F53-DF30-CC5E-B4F90345A474}"/>
              </a:ext>
            </a:extLst>
          </p:cNvPr>
          <p:cNvSpPr/>
          <p:nvPr/>
        </p:nvSpPr>
        <p:spPr>
          <a:xfrm rot="5400000">
            <a:off x="5943087" y="4940585"/>
            <a:ext cx="485777" cy="86746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5" name="矩形 484">
            <a:extLst>
              <a:ext uri="{FF2B5EF4-FFF2-40B4-BE49-F238E27FC236}">
                <a16:creationId xmlns:a16="http://schemas.microsoft.com/office/drawing/2014/main" id="{7AA49673-8CB2-2336-71F9-7424317DADAB}"/>
              </a:ext>
            </a:extLst>
          </p:cNvPr>
          <p:cNvSpPr/>
          <p:nvPr/>
        </p:nvSpPr>
        <p:spPr>
          <a:xfrm rot="5400000">
            <a:off x="5318759" y="4935724"/>
            <a:ext cx="485777" cy="86746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2" name="图片 401">
            <a:extLst>
              <a:ext uri="{FF2B5EF4-FFF2-40B4-BE49-F238E27FC236}">
                <a16:creationId xmlns:a16="http://schemas.microsoft.com/office/drawing/2014/main" id="{973027EB-CE6B-CB3C-4475-3BC0F12ED63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371" y="4714494"/>
            <a:ext cx="363950" cy="363950"/>
          </a:xfrm>
          <a:prstGeom prst="rect">
            <a:avLst/>
          </a:prstGeom>
        </p:spPr>
      </p:pic>
      <p:pic>
        <p:nvPicPr>
          <p:cNvPr id="403" name="图片 402">
            <a:extLst>
              <a:ext uri="{FF2B5EF4-FFF2-40B4-BE49-F238E27FC236}">
                <a16:creationId xmlns:a16="http://schemas.microsoft.com/office/drawing/2014/main" id="{BF383AC0-539F-1800-EF27-29865097BF92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7118" y="4724400"/>
            <a:ext cx="363950" cy="363950"/>
          </a:xfrm>
          <a:prstGeom prst="rect">
            <a:avLst/>
          </a:prstGeom>
        </p:spPr>
      </p:pic>
      <p:sp>
        <p:nvSpPr>
          <p:cNvPr id="486" name="矩形 485">
            <a:extLst>
              <a:ext uri="{FF2B5EF4-FFF2-40B4-BE49-F238E27FC236}">
                <a16:creationId xmlns:a16="http://schemas.microsoft.com/office/drawing/2014/main" id="{DA24FC02-2D72-8336-AF4F-EB6C0AC58E2D}"/>
              </a:ext>
            </a:extLst>
          </p:cNvPr>
          <p:cNvSpPr/>
          <p:nvPr/>
        </p:nvSpPr>
        <p:spPr>
          <a:xfrm>
            <a:off x="333375" y="2568472"/>
            <a:ext cx="4228419" cy="141391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7" name="图片 96">
            <a:extLst>
              <a:ext uri="{FF2B5EF4-FFF2-40B4-BE49-F238E27FC236}">
                <a16:creationId xmlns:a16="http://schemas.microsoft.com/office/drawing/2014/main" id="{072CE25D-5C30-2E92-0D70-92A42916575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801" y="2334956"/>
            <a:ext cx="360619" cy="360619"/>
          </a:xfrm>
          <a:prstGeom prst="rect">
            <a:avLst/>
          </a:prstGeom>
        </p:spPr>
      </p:pic>
      <p:pic>
        <p:nvPicPr>
          <p:cNvPr id="132" name="图片 131">
            <a:extLst>
              <a:ext uri="{FF2B5EF4-FFF2-40B4-BE49-F238E27FC236}">
                <a16:creationId xmlns:a16="http://schemas.microsoft.com/office/drawing/2014/main" id="{48E1FB78-27FB-B6F8-0923-221D7F86C6D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510" y="2343435"/>
            <a:ext cx="360619" cy="360619"/>
          </a:xfrm>
          <a:prstGeom prst="rect">
            <a:avLst/>
          </a:prstGeom>
        </p:spPr>
      </p:pic>
      <p:pic>
        <p:nvPicPr>
          <p:cNvPr id="184" name="图片 183">
            <a:extLst>
              <a:ext uri="{FF2B5EF4-FFF2-40B4-BE49-F238E27FC236}">
                <a16:creationId xmlns:a16="http://schemas.microsoft.com/office/drawing/2014/main" id="{AFC8228E-3D90-06C1-2B1C-CF3D392D81B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223" y="2405349"/>
            <a:ext cx="292607" cy="292607"/>
          </a:xfrm>
          <a:prstGeom prst="rect">
            <a:avLst/>
          </a:prstGeom>
        </p:spPr>
      </p:pic>
      <p:pic>
        <p:nvPicPr>
          <p:cNvPr id="185" name="图片 184">
            <a:extLst>
              <a:ext uri="{FF2B5EF4-FFF2-40B4-BE49-F238E27FC236}">
                <a16:creationId xmlns:a16="http://schemas.microsoft.com/office/drawing/2014/main" id="{C0EF803C-4A8D-1D3A-93A2-5A8CA0BBA113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5131" y="2414492"/>
            <a:ext cx="292607" cy="292607"/>
          </a:xfrm>
          <a:prstGeom prst="rect">
            <a:avLst/>
          </a:prstGeom>
        </p:spPr>
      </p:pic>
      <p:pic>
        <p:nvPicPr>
          <p:cNvPr id="219" name="图片 218">
            <a:extLst>
              <a:ext uri="{FF2B5EF4-FFF2-40B4-BE49-F238E27FC236}">
                <a16:creationId xmlns:a16="http://schemas.microsoft.com/office/drawing/2014/main" id="{23F08811-F310-131B-28C0-8D38154BB9E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865" y="2342150"/>
            <a:ext cx="363950" cy="363950"/>
          </a:xfrm>
          <a:prstGeom prst="rect">
            <a:avLst/>
          </a:prstGeom>
        </p:spPr>
      </p:pic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3B09C729-2A3A-4AF6-9712-C71E6D8851BF}"/>
              </a:ext>
            </a:extLst>
          </p:cNvPr>
          <p:cNvSpPr>
            <a:spLocks noGrp="1"/>
          </p:cNvSpPr>
          <p:nvPr/>
        </p:nvSpPr>
        <p:spPr>
          <a:xfrm>
            <a:off x="1381125" y="2400300"/>
            <a:ext cx="4763" cy="1819275"/>
          </a:xfrm>
          <a:prstGeom prst="line">
            <a:avLst/>
          </a:prstGeom>
          <a:noFill/>
          <a:ln w="13335">
            <a:solidFill>
              <a:srgbClr val="18242E"/>
            </a:solidFill>
            <a:prstDash val="dash"/>
          </a:ln>
        </p:spPr>
      </p:sp>
      <p:pic>
        <p:nvPicPr>
          <p:cNvPr id="319" name="图形 318">
            <a:extLst>
              <a:ext uri="{FF2B5EF4-FFF2-40B4-BE49-F238E27FC236}">
                <a16:creationId xmlns:a16="http://schemas.microsoft.com/office/drawing/2014/main" id="{4E4487DA-A996-E04B-1FF0-46C7F6D7A14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06995" y="2800932"/>
            <a:ext cx="639128" cy="331400"/>
          </a:xfrm>
          <a:prstGeom prst="rect">
            <a:avLst/>
          </a:prstGeom>
        </p:spPr>
      </p:pic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CC3945C2-E48C-4D60-8567-EC7218C01FE6}"/>
              </a:ext>
            </a:extLst>
          </p:cNvPr>
          <p:cNvSpPr>
            <a:spLocks noGrp="1"/>
          </p:cNvSpPr>
          <p:nvPr/>
        </p:nvSpPr>
        <p:spPr>
          <a:xfrm>
            <a:off x="3800475" y="2400300"/>
            <a:ext cx="4763" cy="1819275"/>
          </a:xfrm>
          <a:prstGeom prst="line">
            <a:avLst/>
          </a:prstGeom>
          <a:noFill/>
          <a:ln w="13335">
            <a:solidFill>
              <a:srgbClr val="18242E"/>
            </a:solidFill>
            <a:prstDash val="dash"/>
          </a:ln>
        </p:spPr>
      </p:sp>
      <p:sp>
        <p:nvSpPr>
          <p:cNvPr id="487" name="矩形 486">
            <a:extLst>
              <a:ext uri="{FF2B5EF4-FFF2-40B4-BE49-F238E27FC236}">
                <a16:creationId xmlns:a16="http://schemas.microsoft.com/office/drawing/2014/main" id="{2F86A91A-48FD-E6BC-D6A9-8A0C50A80B21}"/>
              </a:ext>
            </a:extLst>
          </p:cNvPr>
          <p:cNvSpPr/>
          <p:nvPr/>
        </p:nvSpPr>
        <p:spPr>
          <a:xfrm>
            <a:off x="4810125" y="2168087"/>
            <a:ext cx="2381250" cy="89147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1" name="文本框 320">
            <a:extLst>
              <a:ext uri="{FF2B5EF4-FFF2-40B4-BE49-F238E27FC236}">
                <a16:creationId xmlns:a16="http://schemas.microsoft.com/office/drawing/2014/main" id="{52B4347F-E6E2-55F7-A433-B6B138F8EAFE}"/>
              </a:ext>
            </a:extLst>
          </p:cNvPr>
          <p:cNvSpPr txBox="1"/>
          <p:nvPr/>
        </p:nvSpPr>
        <p:spPr>
          <a:xfrm>
            <a:off x="4858703" y="1844873"/>
            <a:ext cx="2152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solidFill>
                  <a:srgbClr val="002060"/>
                </a:solidFill>
              </a:rPr>
              <a:t>Merge (multiple segments)</a:t>
            </a:r>
          </a:p>
        </p:txBody>
      </p:sp>
      <p:pic>
        <p:nvPicPr>
          <p:cNvPr id="385" name="图片 384">
            <a:extLst>
              <a:ext uri="{FF2B5EF4-FFF2-40B4-BE49-F238E27FC236}">
                <a16:creationId xmlns:a16="http://schemas.microsoft.com/office/drawing/2014/main" id="{8A9FBEC8-98E5-8DAD-6DEB-D600FEEEA63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9429" y="1917860"/>
            <a:ext cx="319087" cy="319087"/>
          </a:xfrm>
          <a:prstGeom prst="rect">
            <a:avLst/>
          </a:prstGeom>
        </p:spPr>
      </p:pic>
      <p:sp>
        <p:nvSpPr>
          <p:cNvPr id="488" name="矩形 487">
            <a:extLst>
              <a:ext uri="{FF2B5EF4-FFF2-40B4-BE49-F238E27FC236}">
                <a16:creationId xmlns:a16="http://schemas.microsoft.com/office/drawing/2014/main" id="{B43D7730-86E0-B01F-2666-1179DB7A7D02}"/>
              </a:ext>
            </a:extLst>
          </p:cNvPr>
          <p:cNvSpPr/>
          <p:nvPr/>
        </p:nvSpPr>
        <p:spPr>
          <a:xfrm>
            <a:off x="4810125" y="2654053"/>
            <a:ext cx="763191" cy="92719"/>
          </a:xfrm>
          <a:custGeom>
            <a:avLst/>
            <a:gdLst>
              <a:gd name="connsiteX0" fmla="*/ 0 w 750094"/>
              <a:gd name="connsiteY0" fmla="*/ 0 h 89147"/>
              <a:gd name="connsiteX1" fmla="*/ 750094 w 750094"/>
              <a:gd name="connsiteY1" fmla="*/ 0 h 89147"/>
              <a:gd name="connsiteX2" fmla="*/ 750094 w 750094"/>
              <a:gd name="connsiteY2" fmla="*/ 89147 h 89147"/>
              <a:gd name="connsiteX3" fmla="*/ 0 w 750094"/>
              <a:gd name="connsiteY3" fmla="*/ 89147 h 89147"/>
              <a:gd name="connsiteX4" fmla="*/ 0 w 750094"/>
              <a:gd name="connsiteY4" fmla="*/ 0 h 89147"/>
              <a:gd name="connsiteX0" fmla="*/ 0 w 750094"/>
              <a:gd name="connsiteY0" fmla="*/ 0 h 92719"/>
              <a:gd name="connsiteX1" fmla="*/ 750094 w 750094"/>
              <a:gd name="connsiteY1" fmla="*/ 0 h 92719"/>
              <a:gd name="connsiteX2" fmla="*/ 569119 w 750094"/>
              <a:gd name="connsiteY2" fmla="*/ 92719 h 92719"/>
              <a:gd name="connsiteX3" fmla="*/ 0 w 750094"/>
              <a:gd name="connsiteY3" fmla="*/ 89147 h 92719"/>
              <a:gd name="connsiteX4" fmla="*/ 0 w 750094"/>
              <a:gd name="connsiteY4" fmla="*/ 0 h 92719"/>
              <a:gd name="connsiteX0" fmla="*/ 0 w 750094"/>
              <a:gd name="connsiteY0" fmla="*/ 0 h 92719"/>
              <a:gd name="connsiteX1" fmla="*/ 750094 w 750094"/>
              <a:gd name="connsiteY1" fmla="*/ 0 h 92719"/>
              <a:gd name="connsiteX2" fmla="*/ 569119 w 750094"/>
              <a:gd name="connsiteY2" fmla="*/ 92719 h 92719"/>
              <a:gd name="connsiteX3" fmla="*/ 0 w 750094"/>
              <a:gd name="connsiteY3" fmla="*/ 89147 h 92719"/>
              <a:gd name="connsiteX4" fmla="*/ 0 w 750094"/>
              <a:gd name="connsiteY4" fmla="*/ 0 h 92719"/>
              <a:gd name="connsiteX0" fmla="*/ 0 w 750094"/>
              <a:gd name="connsiteY0" fmla="*/ 0 h 92719"/>
              <a:gd name="connsiteX1" fmla="*/ 750094 w 750094"/>
              <a:gd name="connsiteY1" fmla="*/ 0 h 92719"/>
              <a:gd name="connsiteX2" fmla="*/ 569119 w 750094"/>
              <a:gd name="connsiteY2" fmla="*/ 92719 h 92719"/>
              <a:gd name="connsiteX3" fmla="*/ 0 w 750094"/>
              <a:gd name="connsiteY3" fmla="*/ 89147 h 92719"/>
              <a:gd name="connsiteX4" fmla="*/ 0 w 750094"/>
              <a:gd name="connsiteY4" fmla="*/ 0 h 92719"/>
              <a:gd name="connsiteX0" fmla="*/ 0 w 753666"/>
              <a:gd name="connsiteY0" fmla="*/ 0 h 92719"/>
              <a:gd name="connsiteX1" fmla="*/ 753666 w 753666"/>
              <a:gd name="connsiteY1" fmla="*/ 1191 h 92719"/>
              <a:gd name="connsiteX2" fmla="*/ 569119 w 753666"/>
              <a:gd name="connsiteY2" fmla="*/ 92719 h 92719"/>
              <a:gd name="connsiteX3" fmla="*/ 0 w 753666"/>
              <a:gd name="connsiteY3" fmla="*/ 89147 h 92719"/>
              <a:gd name="connsiteX4" fmla="*/ 0 w 753666"/>
              <a:gd name="connsiteY4" fmla="*/ 0 h 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3666" h="92719">
                <a:moveTo>
                  <a:pt x="0" y="0"/>
                </a:moveTo>
                <a:lnTo>
                  <a:pt x="753666" y="1191"/>
                </a:lnTo>
                <a:cubicBezTo>
                  <a:pt x="698104" y="34478"/>
                  <a:pt x="668735" y="35619"/>
                  <a:pt x="569119" y="92719"/>
                </a:cubicBezTo>
                <a:lnTo>
                  <a:pt x="0" y="89147"/>
                </a:lnTo>
                <a:lnTo>
                  <a:pt x="0" y="0"/>
                </a:lnTo>
                <a:close/>
              </a:path>
            </a:pathLst>
          </a:cu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9" name="矩形 488">
            <a:extLst>
              <a:ext uri="{FF2B5EF4-FFF2-40B4-BE49-F238E27FC236}">
                <a16:creationId xmlns:a16="http://schemas.microsoft.com/office/drawing/2014/main" id="{AE4FB05D-6EFC-C9F0-6376-AE4E8D16C107}"/>
              </a:ext>
            </a:extLst>
          </p:cNvPr>
          <p:cNvSpPr/>
          <p:nvPr/>
        </p:nvSpPr>
        <p:spPr>
          <a:xfrm>
            <a:off x="6385084" y="2650481"/>
            <a:ext cx="812006" cy="92719"/>
          </a:xfrm>
          <a:custGeom>
            <a:avLst/>
            <a:gdLst>
              <a:gd name="connsiteX0" fmla="*/ 0 w 795337"/>
              <a:gd name="connsiteY0" fmla="*/ 0 h 89147"/>
              <a:gd name="connsiteX1" fmla="*/ 795337 w 795337"/>
              <a:gd name="connsiteY1" fmla="*/ 0 h 89147"/>
              <a:gd name="connsiteX2" fmla="*/ 795337 w 795337"/>
              <a:gd name="connsiteY2" fmla="*/ 89147 h 89147"/>
              <a:gd name="connsiteX3" fmla="*/ 0 w 795337"/>
              <a:gd name="connsiteY3" fmla="*/ 89147 h 89147"/>
              <a:gd name="connsiteX4" fmla="*/ 0 w 795337"/>
              <a:gd name="connsiteY4" fmla="*/ 0 h 89147"/>
              <a:gd name="connsiteX0" fmla="*/ 194072 w 795337"/>
              <a:gd name="connsiteY0" fmla="*/ 0 h 89147"/>
              <a:gd name="connsiteX1" fmla="*/ 795337 w 795337"/>
              <a:gd name="connsiteY1" fmla="*/ 0 h 89147"/>
              <a:gd name="connsiteX2" fmla="*/ 795337 w 795337"/>
              <a:gd name="connsiteY2" fmla="*/ 89147 h 89147"/>
              <a:gd name="connsiteX3" fmla="*/ 0 w 795337"/>
              <a:gd name="connsiteY3" fmla="*/ 89147 h 89147"/>
              <a:gd name="connsiteX4" fmla="*/ 194072 w 795337"/>
              <a:gd name="connsiteY4" fmla="*/ 0 h 89147"/>
              <a:gd name="connsiteX0" fmla="*/ 204788 w 795337"/>
              <a:gd name="connsiteY0" fmla="*/ 9525 h 89147"/>
              <a:gd name="connsiteX1" fmla="*/ 795337 w 795337"/>
              <a:gd name="connsiteY1" fmla="*/ 0 h 89147"/>
              <a:gd name="connsiteX2" fmla="*/ 795337 w 795337"/>
              <a:gd name="connsiteY2" fmla="*/ 89147 h 89147"/>
              <a:gd name="connsiteX3" fmla="*/ 0 w 795337"/>
              <a:gd name="connsiteY3" fmla="*/ 89147 h 89147"/>
              <a:gd name="connsiteX4" fmla="*/ 204788 w 795337"/>
              <a:gd name="connsiteY4" fmla="*/ 9525 h 89147"/>
              <a:gd name="connsiteX0" fmla="*/ 266701 w 795337"/>
              <a:gd name="connsiteY0" fmla="*/ 3572 h 89147"/>
              <a:gd name="connsiteX1" fmla="*/ 795337 w 795337"/>
              <a:gd name="connsiteY1" fmla="*/ 0 h 89147"/>
              <a:gd name="connsiteX2" fmla="*/ 795337 w 795337"/>
              <a:gd name="connsiteY2" fmla="*/ 89147 h 89147"/>
              <a:gd name="connsiteX3" fmla="*/ 0 w 795337"/>
              <a:gd name="connsiteY3" fmla="*/ 89147 h 89147"/>
              <a:gd name="connsiteX4" fmla="*/ 266701 w 795337"/>
              <a:gd name="connsiteY4" fmla="*/ 3572 h 89147"/>
              <a:gd name="connsiteX0" fmla="*/ 267892 w 795337"/>
              <a:gd name="connsiteY0" fmla="*/ 0 h 92719"/>
              <a:gd name="connsiteX1" fmla="*/ 795337 w 795337"/>
              <a:gd name="connsiteY1" fmla="*/ 3572 h 92719"/>
              <a:gd name="connsiteX2" fmla="*/ 795337 w 795337"/>
              <a:gd name="connsiteY2" fmla="*/ 92719 h 92719"/>
              <a:gd name="connsiteX3" fmla="*/ 0 w 795337"/>
              <a:gd name="connsiteY3" fmla="*/ 92719 h 92719"/>
              <a:gd name="connsiteX4" fmla="*/ 267892 w 795337"/>
              <a:gd name="connsiteY4" fmla="*/ 0 h 92719"/>
              <a:gd name="connsiteX0" fmla="*/ 276227 w 803672"/>
              <a:gd name="connsiteY0" fmla="*/ 0 h 92719"/>
              <a:gd name="connsiteX1" fmla="*/ 803672 w 803672"/>
              <a:gd name="connsiteY1" fmla="*/ 3572 h 92719"/>
              <a:gd name="connsiteX2" fmla="*/ 803672 w 803672"/>
              <a:gd name="connsiteY2" fmla="*/ 92719 h 92719"/>
              <a:gd name="connsiteX3" fmla="*/ 0 w 803672"/>
              <a:gd name="connsiteY3" fmla="*/ 87957 h 92719"/>
              <a:gd name="connsiteX4" fmla="*/ 276227 w 803672"/>
              <a:gd name="connsiteY4" fmla="*/ 0 h 92719"/>
              <a:gd name="connsiteX0" fmla="*/ 285752 w 813197"/>
              <a:gd name="connsiteY0" fmla="*/ 0 h 92719"/>
              <a:gd name="connsiteX1" fmla="*/ 813197 w 813197"/>
              <a:gd name="connsiteY1" fmla="*/ 3572 h 92719"/>
              <a:gd name="connsiteX2" fmla="*/ 813197 w 813197"/>
              <a:gd name="connsiteY2" fmla="*/ 92719 h 92719"/>
              <a:gd name="connsiteX3" fmla="*/ 0 w 813197"/>
              <a:gd name="connsiteY3" fmla="*/ 83195 h 92719"/>
              <a:gd name="connsiteX4" fmla="*/ 285752 w 813197"/>
              <a:gd name="connsiteY4" fmla="*/ 0 h 92719"/>
              <a:gd name="connsiteX0" fmla="*/ 285752 w 813197"/>
              <a:gd name="connsiteY0" fmla="*/ 0 h 92719"/>
              <a:gd name="connsiteX1" fmla="*/ 813197 w 813197"/>
              <a:gd name="connsiteY1" fmla="*/ 3572 h 92719"/>
              <a:gd name="connsiteX2" fmla="*/ 813197 w 813197"/>
              <a:gd name="connsiteY2" fmla="*/ 92719 h 92719"/>
              <a:gd name="connsiteX3" fmla="*/ 0 w 813197"/>
              <a:gd name="connsiteY3" fmla="*/ 83195 h 92719"/>
              <a:gd name="connsiteX4" fmla="*/ 285752 w 813197"/>
              <a:gd name="connsiteY4" fmla="*/ 0 h 92719"/>
              <a:gd name="connsiteX0" fmla="*/ 284561 w 812006"/>
              <a:gd name="connsiteY0" fmla="*/ 0 h 92719"/>
              <a:gd name="connsiteX1" fmla="*/ 812006 w 812006"/>
              <a:gd name="connsiteY1" fmla="*/ 3572 h 92719"/>
              <a:gd name="connsiteX2" fmla="*/ 812006 w 812006"/>
              <a:gd name="connsiteY2" fmla="*/ 92719 h 92719"/>
              <a:gd name="connsiteX3" fmla="*/ 0 w 812006"/>
              <a:gd name="connsiteY3" fmla="*/ 87957 h 92719"/>
              <a:gd name="connsiteX4" fmla="*/ 284561 w 812006"/>
              <a:gd name="connsiteY4" fmla="*/ 0 h 92719"/>
              <a:gd name="connsiteX0" fmla="*/ 284561 w 812006"/>
              <a:gd name="connsiteY0" fmla="*/ 0 h 92719"/>
              <a:gd name="connsiteX1" fmla="*/ 812006 w 812006"/>
              <a:gd name="connsiteY1" fmla="*/ 3572 h 92719"/>
              <a:gd name="connsiteX2" fmla="*/ 812006 w 812006"/>
              <a:gd name="connsiteY2" fmla="*/ 92719 h 92719"/>
              <a:gd name="connsiteX3" fmla="*/ 0 w 812006"/>
              <a:gd name="connsiteY3" fmla="*/ 87957 h 92719"/>
              <a:gd name="connsiteX4" fmla="*/ 284561 w 812006"/>
              <a:gd name="connsiteY4" fmla="*/ 0 h 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006" h="92719">
                <a:moveTo>
                  <a:pt x="284561" y="0"/>
                </a:moveTo>
                <a:lnTo>
                  <a:pt x="812006" y="3572"/>
                </a:lnTo>
                <a:lnTo>
                  <a:pt x="812006" y="92719"/>
                </a:lnTo>
                <a:lnTo>
                  <a:pt x="0" y="87957"/>
                </a:lnTo>
                <a:cubicBezTo>
                  <a:pt x="83345" y="55463"/>
                  <a:pt x="189310" y="27732"/>
                  <a:pt x="284561" y="0"/>
                </a:cubicBezTo>
                <a:close/>
              </a:path>
            </a:pathLst>
          </a:cu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0" name="矩形 489">
            <a:extLst>
              <a:ext uri="{FF2B5EF4-FFF2-40B4-BE49-F238E27FC236}">
                <a16:creationId xmlns:a16="http://schemas.microsoft.com/office/drawing/2014/main" id="{B902F844-68E7-0D40-F224-8F748F86A7FB}"/>
              </a:ext>
            </a:extLst>
          </p:cNvPr>
          <p:cNvSpPr/>
          <p:nvPr/>
        </p:nvSpPr>
        <p:spPr>
          <a:xfrm rot="20105217">
            <a:off x="4895346" y="2964154"/>
            <a:ext cx="1727516" cy="144805"/>
          </a:xfrm>
          <a:custGeom>
            <a:avLst/>
            <a:gdLst>
              <a:gd name="connsiteX0" fmla="*/ 0 w 1576872"/>
              <a:gd name="connsiteY0" fmla="*/ 0 h 89147"/>
              <a:gd name="connsiteX1" fmla="*/ 1576872 w 1576872"/>
              <a:gd name="connsiteY1" fmla="*/ 0 h 89147"/>
              <a:gd name="connsiteX2" fmla="*/ 1576872 w 1576872"/>
              <a:gd name="connsiteY2" fmla="*/ 89147 h 89147"/>
              <a:gd name="connsiteX3" fmla="*/ 0 w 1576872"/>
              <a:gd name="connsiteY3" fmla="*/ 89147 h 89147"/>
              <a:gd name="connsiteX4" fmla="*/ 0 w 1576872"/>
              <a:gd name="connsiteY4" fmla="*/ 0 h 89147"/>
              <a:gd name="connsiteX0" fmla="*/ 0 w 1576872"/>
              <a:gd name="connsiteY0" fmla="*/ 0 h 89147"/>
              <a:gd name="connsiteX1" fmla="*/ 1555542 w 1576872"/>
              <a:gd name="connsiteY1" fmla="*/ 17661 h 89147"/>
              <a:gd name="connsiteX2" fmla="*/ 1576872 w 1576872"/>
              <a:gd name="connsiteY2" fmla="*/ 89147 h 89147"/>
              <a:gd name="connsiteX3" fmla="*/ 0 w 1576872"/>
              <a:gd name="connsiteY3" fmla="*/ 89147 h 89147"/>
              <a:gd name="connsiteX4" fmla="*/ 0 w 1576872"/>
              <a:gd name="connsiteY4" fmla="*/ 0 h 89147"/>
              <a:gd name="connsiteX0" fmla="*/ 0 w 1576872"/>
              <a:gd name="connsiteY0" fmla="*/ 51168 h 140315"/>
              <a:gd name="connsiteX1" fmla="*/ 1555542 w 1576872"/>
              <a:gd name="connsiteY1" fmla="*/ 68829 h 140315"/>
              <a:gd name="connsiteX2" fmla="*/ 1576872 w 1576872"/>
              <a:gd name="connsiteY2" fmla="*/ 140315 h 140315"/>
              <a:gd name="connsiteX3" fmla="*/ 0 w 1576872"/>
              <a:gd name="connsiteY3" fmla="*/ 140315 h 140315"/>
              <a:gd name="connsiteX4" fmla="*/ 0 w 1576872"/>
              <a:gd name="connsiteY4" fmla="*/ 51168 h 140315"/>
              <a:gd name="connsiteX0" fmla="*/ 0 w 1576872"/>
              <a:gd name="connsiteY0" fmla="*/ 60642 h 149789"/>
              <a:gd name="connsiteX1" fmla="*/ 1555542 w 1576872"/>
              <a:gd name="connsiteY1" fmla="*/ 78303 h 149789"/>
              <a:gd name="connsiteX2" fmla="*/ 1576872 w 1576872"/>
              <a:gd name="connsiteY2" fmla="*/ 149789 h 149789"/>
              <a:gd name="connsiteX3" fmla="*/ 0 w 1576872"/>
              <a:gd name="connsiteY3" fmla="*/ 149789 h 149789"/>
              <a:gd name="connsiteX4" fmla="*/ 0 w 1576872"/>
              <a:gd name="connsiteY4" fmla="*/ 60642 h 149789"/>
              <a:gd name="connsiteX0" fmla="*/ 0 w 1576872"/>
              <a:gd name="connsiteY0" fmla="*/ 53005 h 142152"/>
              <a:gd name="connsiteX1" fmla="*/ 1555542 w 1576872"/>
              <a:gd name="connsiteY1" fmla="*/ 70666 h 142152"/>
              <a:gd name="connsiteX2" fmla="*/ 1576872 w 1576872"/>
              <a:gd name="connsiteY2" fmla="*/ 142152 h 142152"/>
              <a:gd name="connsiteX3" fmla="*/ 0 w 1576872"/>
              <a:gd name="connsiteY3" fmla="*/ 142152 h 142152"/>
              <a:gd name="connsiteX4" fmla="*/ 0 w 1576872"/>
              <a:gd name="connsiteY4" fmla="*/ 53005 h 142152"/>
              <a:gd name="connsiteX0" fmla="*/ 0 w 1576872"/>
              <a:gd name="connsiteY0" fmla="*/ 44127 h 133274"/>
              <a:gd name="connsiteX1" fmla="*/ 1555542 w 1576872"/>
              <a:gd name="connsiteY1" fmla="*/ 61788 h 133274"/>
              <a:gd name="connsiteX2" fmla="*/ 1576872 w 1576872"/>
              <a:gd name="connsiteY2" fmla="*/ 133274 h 133274"/>
              <a:gd name="connsiteX3" fmla="*/ 0 w 1576872"/>
              <a:gd name="connsiteY3" fmla="*/ 133274 h 133274"/>
              <a:gd name="connsiteX4" fmla="*/ 0 w 1576872"/>
              <a:gd name="connsiteY4" fmla="*/ 44127 h 133274"/>
              <a:gd name="connsiteX0" fmla="*/ 0 w 1576872"/>
              <a:gd name="connsiteY0" fmla="*/ 35752 h 124899"/>
              <a:gd name="connsiteX1" fmla="*/ 1555542 w 1576872"/>
              <a:gd name="connsiteY1" fmla="*/ 53413 h 124899"/>
              <a:gd name="connsiteX2" fmla="*/ 1576872 w 1576872"/>
              <a:gd name="connsiteY2" fmla="*/ 124899 h 124899"/>
              <a:gd name="connsiteX3" fmla="*/ 0 w 1576872"/>
              <a:gd name="connsiteY3" fmla="*/ 124899 h 124899"/>
              <a:gd name="connsiteX4" fmla="*/ 0 w 1576872"/>
              <a:gd name="connsiteY4" fmla="*/ 35752 h 124899"/>
              <a:gd name="connsiteX0" fmla="*/ 0 w 1576872"/>
              <a:gd name="connsiteY0" fmla="*/ 40826 h 129973"/>
              <a:gd name="connsiteX1" fmla="*/ 1555542 w 1576872"/>
              <a:gd name="connsiteY1" fmla="*/ 58487 h 129973"/>
              <a:gd name="connsiteX2" fmla="*/ 1576872 w 1576872"/>
              <a:gd name="connsiteY2" fmla="*/ 129973 h 129973"/>
              <a:gd name="connsiteX3" fmla="*/ 0 w 1576872"/>
              <a:gd name="connsiteY3" fmla="*/ 129973 h 129973"/>
              <a:gd name="connsiteX4" fmla="*/ 0 w 1576872"/>
              <a:gd name="connsiteY4" fmla="*/ 40826 h 129973"/>
              <a:gd name="connsiteX0" fmla="*/ 0 w 1576872"/>
              <a:gd name="connsiteY0" fmla="*/ 40826 h 129973"/>
              <a:gd name="connsiteX1" fmla="*/ 1555542 w 1576872"/>
              <a:gd name="connsiteY1" fmla="*/ 58487 h 129973"/>
              <a:gd name="connsiteX2" fmla="*/ 1576872 w 1576872"/>
              <a:gd name="connsiteY2" fmla="*/ 129973 h 129973"/>
              <a:gd name="connsiteX3" fmla="*/ 0 w 1576872"/>
              <a:gd name="connsiteY3" fmla="*/ 129973 h 129973"/>
              <a:gd name="connsiteX4" fmla="*/ 0 w 1576872"/>
              <a:gd name="connsiteY4" fmla="*/ 40826 h 129973"/>
              <a:gd name="connsiteX0" fmla="*/ 0 w 1576872"/>
              <a:gd name="connsiteY0" fmla="*/ 40826 h 129973"/>
              <a:gd name="connsiteX1" fmla="*/ 1555542 w 1576872"/>
              <a:gd name="connsiteY1" fmla="*/ 58487 h 129973"/>
              <a:gd name="connsiteX2" fmla="*/ 1576872 w 1576872"/>
              <a:gd name="connsiteY2" fmla="*/ 129973 h 129973"/>
              <a:gd name="connsiteX3" fmla="*/ 87283 w 1576872"/>
              <a:gd name="connsiteY3" fmla="*/ 108812 h 129973"/>
              <a:gd name="connsiteX4" fmla="*/ 0 w 1576872"/>
              <a:gd name="connsiteY4" fmla="*/ 40826 h 129973"/>
              <a:gd name="connsiteX0" fmla="*/ 0 w 1576872"/>
              <a:gd name="connsiteY0" fmla="*/ 40826 h 129973"/>
              <a:gd name="connsiteX1" fmla="*/ 1555542 w 1576872"/>
              <a:gd name="connsiteY1" fmla="*/ 58487 h 129973"/>
              <a:gd name="connsiteX2" fmla="*/ 1576872 w 1576872"/>
              <a:gd name="connsiteY2" fmla="*/ 129973 h 129973"/>
              <a:gd name="connsiteX3" fmla="*/ 93532 w 1576872"/>
              <a:gd name="connsiteY3" fmla="*/ 103837 h 129973"/>
              <a:gd name="connsiteX4" fmla="*/ 0 w 1576872"/>
              <a:gd name="connsiteY4" fmla="*/ 40826 h 129973"/>
              <a:gd name="connsiteX0" fmla="*/ 0 w 1714788"/>
              <a:gd name="connsiteY0" fmla="*/ 40826 h 146770"/>
              <a:gd name="connsiteX1" fmla="*/ 1555542 w 1714788"/>
              <a:gd name="connsiteY1" fmla="*/ 58487 h 146770"/>
              <a:gd name="connsiteX2" fmla="*/ 1714788 w 1714788"/>
              <a:gd name="connsiteY2" fmla="*/ 146770 h 146770"/>
              <a:gd name="connsiteX3" fmla="*/ 93532 w 1714788"/>
              <a:gd name="connsiteY3" fmla="*/ 103837 h 146770"/>
              <a:gd name="connsiteX4" fmla="*/ 0 w 1714788"/>
              <a:gd name="connsiteY4" fmla="*/ 40826 h 146770"/>
              <a:gd name="connsiteX0" fmla="*/ 0 w 1727516"/>
              <a:gd name="connsiteY0" fmla="*/ 40826 h 144805"/>
              <a:gd name="connsiteX1" fmla="*/ 1555542 w 1727516"/>
              <a:gd name="connsiteY1" fmla="*/ 58487 h 144805"/>
              <a:gd name="connsiteX2" fmla="*/ 1727516 w 1727516"/>
              <a:gd name="connsiteY2" fmla="*/ 144805 h 144805"/>
              <a:gd name="connsiteX3" fmla="*/ 93532 w 1727516"/>
              <a:gd name="connsiteY3" fmla="*/ 103837 h 144805"/>
              <a:gd name="connsiteX4" fmla="*/ 0 w 1727516"/>
              <a:gd name="connsiteY4" fmla="*/ 40826 h 144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7516" h="144805">
                <a:moveTo>
                  <a:pt x="0" y="40826"/>
                </a:moveTo>
                <a:cubicBezTo>
                  <a:pt x="532404" y="11154"/>
                  <a:pt x="991686" y="-41974"/>
                  <a:pt x="1555542" y="58487"/>
                </a:cubicBezTo>
                <a:lnTo>
                  <a:pt x="1727516" y="144805"/>
                </a:lnTo>
                <a:cubicBezTo>
                  <a:pt x="1182542" y="64927"/>
                  <a:pt x="619156" y="103837"/>
                  <a:pt x="93532" y="103837"/>
                </a:cubicBezTo>
                <a:lnTo>
                  <a:pt x="0" y="40826"/>
                </a:lnTo>
                <a:close/>
              </a:path>
            </a:pathLst>
          </a:cu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1" name="矩形 487">
            <a:extLst>
              <a:ext uri="{FF2B5EF4-FFF2-40B4-BE49-F238E27FC236}">
                <a16:creationId xmlns:a16="http://schemas.microsoft.com/office/drawing/2014/main" id="{37865F7D-9087-2F5F-15F7-7FD3410B077E}"/>
              </a:ext>
            </a:extLst>
          </p:cNvPr>
          <p:cNvSpPr/>
          <p:nvPr/>
        </p:nvSpPr>
        <p:spPr>
          <a:xfrm rot="19942433">
            <a:off x="4738575" y="2823190"/>
            <a:ext cx="697695" cy="121538"/>
          </a:xfrm>
          <a:custGeom>
            <a:avLst/>
            <a:gdLst>
              <a:gd name="connsiteX0" fmla="*/ 0 w 750094"/>
              <a:gd name="connsiteY0" fmla="*/ 0 h 89147"/>
              <a:gd name="connsiteX1" fmla="*/ 750094 w 750094"/>
              <a:gd name="connsiteY1" fmla="*/ 0 h 89147"/>
              <a:gd name="connsiteX2" fmla="*/ 750094 w 750094"/>
              <a:gd name="connsiteY2" fmla="*/ 89147 h 89147"/>
              <a:gd name="connsiteX3" fmla="*/ 0 w 750094"/>
              <a:gd name="connsiteY3" fmla="*/ 89147 h 89147"/>
              <a:gd name="connsiteX4" fmla="*/ 0 w 750094"/>
              <a:gd name="connsiteY4" fmla="*/ 0 h 89147"/>
              <a:gd name="connsiteX0" fmla="*/ 0 w 750094"/>
              <a:gd name="connsiteY0" fmla="*/ 0 h 92719"/>
              <a:gd name="connsiteX1" fmla="*/ 750094 w 750094"/>
              <a:gd name="connsiteY1" fmla="*/ 0 h 92719"/>
              <a:gd name="connsiteX2" fmla="*/ 569119 w 750094"/>
              <a:gd name="connsiteY2" fmla="*/ 92719 h 92719"/>
              <a:gd name="connsiteX3" fmla="*/ 0 w 750094"/>
              <a:gd name="connsiteY3" fmla="*/ 89147 h 92719"/>
              <a:gd name="connsiteX4" fmla="*/ 0 w 750094"/>
              <a:gd name="connsiteY4" fmla="*/ 0 h 92719"/>
              <a:gd name="connsiteX0" fmla="*/ 0 w 750094"/>
              <a:gd name="connsiteY0" fmla="*/ 0 h 92719"/>
              <a:gd name="connsiteX1" fmla="*/ 750094 w 750094"/>
              <a:gd name="connsiteY1" fmla="*/ 0 h 92719"/>
              <a:gd name="connsiteX2" fmla="*/ 569119 w 750094"/>
              <a:gd name="connsiteY2" fmla="*/ 92719 h 92719"/>
              <a:gd name="connsiteX3" fmla="*/ 0 w 750094"/>
              <a:gd name="connsiteY3" fmla="*/ 89147 h 92719"/>
              <a:gd name="connsiteX4" fmla="*/ 0 w 750094"/>
              <a:gd name="connsiteY4" fmla="*/ 0 h 92719"/>
              <a:gd name="connsiteX0" fmla="*/ 0 w 750094"/>
              <a:gd name="connsiteY0" fmla="*/ 0 h 92719"/>
              <a:gd name="connsiteX1" fmla="*/ 750094 w 750094"/>
              <a:gd name="connsiteY1" fmla="*/ 0 h 92719"/>
              <a:gd name="connsiteX2" fmla="*/ 569119 w 750094"/>
              <a:gd name="connsiteY2" fmla="*/ 92719 h 92719"/>
              <a:gd name="connsiteX3" fmla="*/ 0 w 750094"/>
              <a:gd name="connsiteY3" fmla="*/ 89147 h 92719"/>
              <a:gd name="connsiteX4" fmla="*/ 0 w 750094"/>
              <a:gd name="connsiteY4" fmla="*/ 0 h 92719"/>
              <a:gd name="connsiteX0" fmla="*/ 0 w 753666"/>
              <a:gd name="connsiteY0" fmla="*/ 0 h 92719"/>
              <a:gd name="connsiteX1" fmla="*/ 753666 w 753666"/>
              <a:gd name="connsiteY1" fmla="*/ 1191 h 92719"/>
              <a:gd name="connsiteX2" fmla="*/ 569119 w 753666"/>
              <a:gd name="connsiteY2" fmla="*/ 92719 h 92719"/>
              <a:gd name="connsiteX3" fmla="*/ 0 w 753666"/>
              <a:gd name="connsiteY3" fmla="*/ 89147 h 92719"/>
              <a:gd name="connsiteX4" fmla="*/ 0 w 753666"/>
              <a:gd name="connsiteY4" fmla="*/ 0 h 92719"/>
              <a:gd name="connsiteX0" fmla="*/ 0 w 753666"/>
              <a:gd name="connsiteY0" fmla="*/ 0 h 89147"/>
              <a:gd name="connsiteX1" fmla="*/ 753666 w 753666"/>
              <a:gd name="connsiteY1" fmla="*/ 1191 h 89147"/>
              <a:gd name="connsiteX2" fmla="*/ 645448 w 753666"/>
              <a:gd name="connsiteY2" fmla="*/ 81943 h 89147"/>
              <a:gd name="connsiteX3" fmla="*/ 0 w 753666"/>
              <a:gd name="connsiteY3" fmla="*/ 89147 h 89147"/>
              <a:gd name="connsiteX4" fmla="*/ 0 w 753666"/>
              <a:gd name="connsiteY4" fmla="*/ 0 h 89147"/>
              <a:gd name="connsiteX0" fmla="*/ 0 w 670007"/>
              <a:gd name="connsiteY0" fmla="*/ 0 h 89147"/>
              <a:gd name="connsiteX1" fmla="*/ 561345 w 670007"/>
              <a:gd name="connsiteY1" fmla="*/ 11857 h 89147"/>
              <a:gd name="connsiteX2" fmla="*/ 645448 w 670007"/>
              <a:gd name="connsiteY2" fmla="*/ 81943 h 89147"/>
              <a:gd name="connsiteX3" fmla="*/ 0 w 670007"/>
              <a:gd name="connsiteY3" fmla="*/ 89147 h 89147"/>
              <a:gd name="connsiteX4" fmla="*/ 0 w 670007"/>
              <a:gd name="connsiteY4" fmla="*/ 0 h 89147"/>
              <a:gd name="connsiteX0" fmla="*/ 0 w 669936"/>
              <a:gd name="connsiteY0" fmla="*/ 0 h 89147"/>
              <a:gd name="connsiteX1" fmla="*/ 560475 w 669936"/>
              <a:gd name="connsiteY1" fmla="*/ 3319 h 89147"/>
              <a:gd name="connsiteX2" fmla="*/ 645448 w 669936"/>
              <a:gd name="connsiteY2" fmla="*/ 81943 h 89147"/>
              <a:gd name="connsiteX3" fmla="*/ 0 w 669936"/>
              <a:gd name="connsiteY3" fmla="*/ 89147 h 89147"/>
              <a:gd name="connsiteX4" fmla="*/ 0 w 669936"/>
              <a:gd name="connsiteY4" fmla="*/ 0 h 89147"/>
              <a:gd name="connsiteX0" fmla="*/ 0 w 669936"/>
              <a:gd name="connsiteY0" fmla="*/ 0 h 119030"/>
              <a:gd name="connsiteX1" fmla="*/ 560475 w 669936"/>
              <a:gd name="connsiteY1" fmla="*/ 3319 h 119030"/>
              <a:gd name="connsiteX2" fmla="*/ 645448 w 669936"/>
              <a:gd name="connsiteY2" fmla="*/ 81943 h 119030"/>
              <a:gd name="connsiteX3" fmla="*/ 3045 w 669936"/>
              <a:gd name="connsiteY3" fmla="*/ 119030 h 119030"/>
              <a:gd name="connsiteX4" fmla="*/ 0 w 669936"/>
              <a:gd name="connsiteY4" fmla="*/ 0 h 119030"/>
              <a:gd name="connsiteX0" fmla="*/ 0 w 669936"/>
              <a:gd name="connsiteY0" fmla="*/ 0 h 119030"/>
              <a:gd name="connsiteX1" fmla="*/ 560475 w 669936"/>
              <a:gd name="connsiteY1" fmla="*/ 3319 h 119030"/>
              <a:gd name="connsiteX2" fmla="*/ 645448 w 669936"/>
              <a:gd name="connsiteY2" fmla="*/ 81943 h 119030"/>
              <a:gd name="connsiteX3" fmla="*/ 3045 w 669936"/>
              <a:gd name="connsiteY3" fmla="*/ 119030 h 119030"/>
              <a:gd name="connsiteX4" fmla="*/ 0 w 669936"/>
              <a:gd name="connsiteY4" fmla="*/ 0 h 119030"/>
              <a:gd name="connsiteX0" fmla="*/ 0 w 669936"/>
              <a:gd name="connsiteY0" fmla="*/ 0 h 124857"/>
              <a:gd name="connsiteX1" fmla="*/ 560475 w 669936"/>
              <a:gd name="connsiteY1" fmla="*/ 3319 h 124857"/>
              <a:gd name="connsiteX2" fmla="*/ 645448 w 669936"/>
              <a:gd name="connsiteY2" fmla="*/ 81943 h 124857"/>
              <a:gd name="connsiteX3" fmla="*/ 1408 w 669936"/>
              <a:gd name="connsiteY3" fmla="*/ 124857 h 124857"/>
              <a:gd name="connsiteX4" fmla="*/ 0 w 669936"/>
              <a:gd name="connsiteY4" fmla="*/ 0 h 124857"/>
              <a:gd name="connsiteX0" fmla="*/ 0 w 669443"/>
              <a:gd name="connsiteY0" fmla="*/ 26512 h 121538"/>
              <a:gd name="connsiteX1" fmla="*/ 559982 w 669443"/>
              <a:gd name="connsiteY1" fmla="*/ 0 h 121538"/>
              <a:gd name="connsiteX2" fmla="*/ 644955 w 669443"/>
              <a:gd name="connsiteY2" fmla="*/ 78624 h 121538"/>
              <a:gd name="connsiteX3" fmla="*/ 915 w 669443"/>
              <a:gd name="connsiteY3" fmla="*/ 121538 h 121538"/>
              <a:gd name="connsiteX4" fmla="*/ 0 w 669443"/>
              <a:gd name="connsiteY4" fmla="*/ 26512 h 12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443" h="121538">
                <a:moveTo>
                  <a:pt x="0" y="26512"/>
                </a:moveTo>
                <a:lnTo>
                  <a:pt x="559982" y="0"/>
                </a:lnTo>
                <a:cubicBezTo>
                  <a:pt x="504420" y="33287"/>
                  <a:pt x="744571" y="21524"/>
                  <a:pt x="644955" y="78624"/>
                </a:cubicBezTo>
                <a:cubicBezTo>
                  <a:pt x="430821" y="90986"/>
                  <a:pt x="206896" y="79195"/>
                  <a:pt x="915" y="121538"/>
                </a:cubicBezTo>
                <a:cubicBezTo>
                  <a:pt x="446" y="79919"/>
                  <a:pt x="469" y="68131"/>
                  <a:pt x="0" y="26512"/>
                </a:cubicBezTo>
                <a:close/>
              </a:path>
            </a:pathLst>
          </a:cu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51" name="图片 350">
            <a:extLst>
              <a:ext uri="{FF2B5EF4-FFF2-40B4-BE49-F238E27FC236}">
                <a16:creationId xmlns:a16="http://schemas.microsoft.com/office/drawing/2014/main" id="{36948EF1-3A14-2F8A-5AA9-0AB35AB0033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981" y="2642553"/>
            <a:ext cx="319087" cy="319087"/>
          </a:xfrm>
          <a:prstGeom prst="rect">
            <a:avLst/>
          </a:prstGeom>
        </p:spPr>
      </p:pic>
      <p:pic>
        <p:nvPicPr>
          <p:cNvPr id="384" name="图片 383">
            <a:extLst>
              <a:ext uri="{FF2B5EF4-FFF2-40B4-BE49-F238E27FC236}">
                <a16:creationId xmlns:a16="http://schemas.microsoft.com/office/drawing/2014/main" id="{11792442-5A2D-D949-33F8-8441F72D6E1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620" y="2633663"/>
            <a:ext cx="319087" cy="319087"/>
          </a:xfrm>
          <a:prstGeom prst="rect">
            <a:avLst/>
          </a:prstGeom>
        </p:spPr>
      </p:pic>
      <p:sp>
        <p:nvSpPr>
          <p:cNvPr id="492" name="矩形 491">
            <a:extLst>
              <a:ext uri="{FF2B5EF4-FFF2-40B4-BE49-F238E27FC236}">
                <a16:creationId xmlns:a16="http://schemas.microsoft.com/office/drawing/2014/main" id="{086DCACA-9198-479F-8F52-99CAFF93F01E}"/>
              </a:ext>
            </a:extLst>
          </p:cNvPr>
          <p:cNvSpPr/>
          <p:nvPr/>
        </p:nvSpPr>
        <p:spPr>
          <a:xfrm>
            <a:off x="7712075" y="1864003"/>
            <a:ext cx="5765800" cy="141391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4" name="文本框 423">
                <a:extLst>
                  <a:ext uri="{FF2B5EF4-FFF2-40B4-BE49-F238E27FC236}">
                    <a16:creationId xmlns:a16="http://schemas.microsoft.com/office/drawing/2014/main" id="{D5A10A20-08B3-0FC6-2ED0-11100744E30E}"/>
                  </a:ext>
                </a:extLst>
              </p:cNvPr>
              <p:cNvSpPr txBox="1"/>
              <p:nvPr/>
            </p:nvSpPr>
            <p:spPr>
              <a:xfrm>
                <a:off x="8551925" y="1676400"/>
                <a:ext cx="644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𝒔𝒓𝒄</m:t>
                          </m:r>
                        </m:sup>
                      </m:sSup>
                    </m:oMath>
                  </m:oMathPara>
                </a14:m>
                <a:endParaRPr lang="zh-CN" altLang="en-US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4" name="文本框 423">
                <a:extLst>
                  <a:ext uri="{FF2B5EF4-FFF2-40B4-BE49-F238E27FC236}">
                    <a16:creationId xmlns:a16="http://schemas.microsoft.com/office/drawing/2014/main" id="{D5A10A20-08B3-0FC6-2ED0-11100744E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1925" y="1676400"/>
                <a:ext cx="644271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5" name="文本框 424">
                <a:extLst>
                  <a:ext uri="{FF2B5EF4-FFF2-40B4-BE49-F238E27FC236}">
                    <a16:creationId xmlns:a16="http://schemas.microsoft.com/office/drawing/2014/main" id="{AAB03BD7-3CED-E56A-2A26-9547099B86D6}"/>
                  </a:ext>
                </a:extLst>
              </p:cNvPr>
              <p:cNvSpPr txBox="1"/>
              <p:nvPr/>
            </p:nvSpPr>
            <p:spPr>
              <a:xfrm>
                <a:off x="12080557" y="1671875"/>
                <a:ext cx="644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𝒕𝒈𝒕</m:t>
                          </m:r>
                        </m:sup>
                      </m:sSup>
                    </m:oMath>
                  </m:oMathPara>
                </a14:m>
                <a:endParaRPr lang="zh-CN" altLang="en-US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5" name="文本框 424">
                <a:extLst>
                  <a:ext uri="{FF2B5EF4-FFF2-40B4-BE49-F238E27FC236}">
                    <a16:creationId xmlns:a16="http://schemas.microsoft.com/office/drawing/2014/main" id="{AAB03BD7-3CED-E56A-2A26-9547099B8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0557" y="1671875"/>
                <a:ext cx="644271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5" name="图片 444">
            <a:extLst>
              <a:ext uri="{FF2B5EF4-FFF2-40B4-BE49-F238E27FC236}">
                <a16:creationId xmlns:a16="http://schemas.microsoft.com/office/drawing/2014/main" id="{EFF6AE9A-8A61-03BD-A715-C0814EF995B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6299" y="1718168"/>
            <a:ext cx="319087" cy="319087"/>
          </a:xfrm>
          <a:prstGeom prst="rect">
            <a:avLst/>
          </a:prstGeom>
        </p:spPr>
      </p:pic>
      <p:pic>
        <p:nvPicPr>
          <p:cNvPr id="427" name="图片 426">
            <a:extLst>
              <a:ext uri="{FF2B5EF4-FFF2-40B4-BE49-F238E27FC236}">
                <a16:creationId xmlns:a16="http://schemas.microsoft.com/office/drawing/2014/main" id="{CC1B2A98-62D5-F648-FA6F-CE2E8123588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1448" y="1650206"/>
            <a:ext cx="319087" cy="319087"/>
          </a:xfrm>
          <a:prstGeom prst="rect">
            <a:avLst/>
          </a:prstGeom>
        </p:spPr>
      </p:pic>
      <p:sp>
        <p:nvSpPr>
          <p:cNvPr id="493" name="矩形 492">
            <a:extLst>
              <a:ext uri="{FF2B5EF4-FFF2-40B4-BE49-F238E27FC236}">
                <a16:creationId xmlns:a16="http://schemas.microsoft.com/office/drawing/2014/main" id="{45EE4F04-B6AA-2CD0-E217-474619DC3D76}"/>
              </a:ext>
            </a:extLst>
          </p:cNvPr>
          <p:cNvSpPr/>
          <p:nvPr/>
        </p:nvSpPr>
        <p:spPr>
          <a:xfrm>
            <a:off x="7721600" y="4653704"/>
            <a:ext cx="5765800" cy="141391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59" name="组合 458">
            <a:extLst>
              <a:ext uri="{FF2B5EF4-FFF2-40B4-BE49-F238E27FC236}">
                <a16:creationId xmlns:a16="http://schemas.microsoft.com/office/drawing/2014/main" id="{E726CD7D-B13C-02B5-CE66-6F57D1BE61B1}"/>
              </a:ext>
            </a:extLst>
          </p:cNvPr>
          <p:cNvGrpSpPr/>
          <p:nvPr/>
        </p:nvGrpSpPr>
        <p:grpSpPr>
          <a:xfrm>
            <a:off x="8698705" y="4650089"/>
            <a:ext cx="3726181" cy="257174"/>
            <a:chOff x="8717756" y="2486025"/>
            <a:chExt cx="3726180" cy="257175"/>
          </a:xfrm>
        </p:grpSpPr>
        <p:sp>
          <p:nvSpPr>
            <p:cNvPr id="460" name="矩形 459">
              <a:extLst>
                <a:ext uri="{FF2B5EF4-FFF2-40B4-BE49-F238E27FC236}">
                  <a16:creationId xmlns:a16="http://schemas.microsoft.com/office/drawing/2014/main" id="{61D155ED-1FD8-7881-503E-D237F8731CE1}"/>
                </a:ext>
              </a:extLst>
            </p:cNvPr>
            <p:cNvSpPr/>
            <p:nvPr/>
          </p:nvSpPr>
          <p:spPr>
            <a:xfrm>
              <a:off x="9380934" y="2658762"/>
              <a:ext cx="2431256" cy="84438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1" name="箭头: 直角上 460">
              <a:extLst>
                <a:ext uri="{FF2B5EF4-FFF2-40B4-BE49-F238E27FC236}">
                  <a16:creationId xmlns:a16="http://schemas.microsoft.com/office/drawing/2014/main" id="{956C175D-7E3F-CF61-0C4E-0870F2E0B943}"/>
                </a:ext>
              </a:extLst>
            </p:cNvPr>
            <p:cNvSpPr/>
            <p:nvPr/>
          </p:nvSpPr>
          <p:spPr>
            <a:xfrm>
              <a:off x="11786711" y="2486025"/>
              <a:ext cx="657225" cy="257175"/>
            </a:xfrm>
            <a:prstGeom prst="bentUpArrow">
              <a:avLst>
                <a:gd name="adj1" fmla="val 32408"/>
                <a:gd name="adj2" fmla="val 23592"/>
                <a:gd name="adj3" fmla="val 36111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2" name="L 形 461">
              <a:extLst>
                <a:ext uri="{FF2B5EF4-FFF2-40B4-BE49-F238E27FC236}">
                  <a16:creationId xmlns:a16="http://schemas.microsoft.com/office/drawing/2014/main" id="{71D3E000-0C74-3539-BE7F-2395141A0F49}"/>
                </a:ext>
              </a:extLst>
            </p:cNvPr>
            <p:cNvSpPr/>
            <p:nvPr/>
          </p:nvSpPr>
          <p:spPr>
            <a:xfrm>
              <a:off x="8717756" y="2503528"/>
              <a:ext cx="795337" cy="239672"/>
            </a:xfrm>
            <a:prstGeom prst="corner">
              <a:avLst>
                <a:gd name="adj1" fmla="val 35097"/>
                <a:gd name="adj2" fmla="val 51459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94" name="矩形 493">
            <a:extLst>
              <a:ext uri="{FF2B5EF4-FFF2-40B4-BE49-F238E27FC236}">
                <a16:creationId xmlns:a16="http://schemas.microsoft.com/office/drawing/2014/main" id="{FD50FA77-FD5D-69DD-BCB5-D9451B91AECB}"/>
              </a:ext>
            </a:extLst>
          </p:cNvPr>
          <p:cNvSpPr/>
          <p:nvPr/>
        </p:nvSpPr>
        <p:spPr>
          <a:xfrm>
            <a:off x="7729537" y="4025796"/>
            <a:ext cx="5765800" cy="141391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" name="箭头: 右 223">
            <a:extLst>
              <a:ext uri="{FF2B5EF4-FFF2-40B4-BE49-F238E27FC236}">
                <a16:creationId xmlns:a16="http://schemas.microsoft.com/office/drawing/2014/main" id="{1ACE939D-C2D6-4EF5-8C7D-BEE00549DAFD}"/>
              </a:ext>
            </a:extLst>
          </p:cNvPr>
          <p:cNvSpPr>
            <a:spLocks noGrp="1"/>
          </p:cNvSpPr>
          <p:nvPr/>
        </p:nvSpPr>
        <p:spPr>
          <a:xfrm>
            <a:off x="9289257" y="4069556"/>
            <a:ext cx="2693194" cy="71437"/>
          </a:xfrm>
          <a:prstGeom prst="rightArrow">
            <a:avLst/>
          </a:prstGeom>
          <a:solidFill>
            <a:srgbClr val="18242E"/>
          </a:solidFill>
          <a:ln w="4763">
            <a:solidFill>
              <a:srgbClr val="18242E"/>
            </a:solidFill>
            <a:prstDash val="solid"/>
          </a:ln>
        </p:spPr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8AB7A784-C9E7-4D1D-BE3D-223CE0AD9C41}"/>
              </a:ext>
            </a:extLst>
          </p:cNvPr>
          <p:cNvSpPr>
            <a:spLocks noGrp="1"/>
          </p:cNvSpPr>
          <p:nvPr/>
        </p:nvSpPr>
        <p:spPr>
          <a:xfrm>
            <a:off x="9534525" y="3629025"/>
            <a:ext cx="2333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125" b="0" i="0">
                <a:solidFill>
                  <a:srgbClr val="18242E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1" i="1">
                <a:solidFill>
                  <a:srgbClr val="1824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Ordinary physical propagation</a:t>
            </a:r>
          </a:p>
          <a:p>
            <a:pPr algn="ctr">
              <a:defRPr sz="1125" b="0" i="0">
                <a:solidFill>
                  <a:srgbClr val="18242E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1" i="1">
                <a:solidFill>
                  <a:srgbClr val="1824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(via vehicle movements)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3" name="文本框 422">
                <a:extLst>
                  <a:ext uri="{FF2B5EF4-FFF2-40B4-BE49-F238E27FC236}">
                    <a16:creationId xmlns:a16="http://schemas.microsoft.com/office/drawing/2014/main" id="{56CDA7CF-CBA3-C19C-BD9E-BFF054346AD0}"/>
                  </a:ext>
                </a:extLst>
              </p:cNvPr>
              <p:cNvSpPr txBox="1"/>
              <p:nvPr/>
            </p:nvSpPr>
            <p:spPr>
              <a:xfrm>
                <a:off x="8486775" y="3848781"/>
                <a:ext cx="644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𝒔𝒓𝒄</m:t>
                          </m:r>
                        </m:sup>
                      </m:sSup>
                    </m:oMath>
                  </m:oMathPara>
                </a14:m>
                <a:endParaRPr lang="zh-CN" altLang="en-US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3" name="文本框 422">
                <a:extLst>
                  <a:ext uri="{FF2B5EF4-FFF2-40B4-BE49-F238E27FC236}">
                    <a16:creationId xmlns:a16="http://schemas.microsoft.com/office/drawing/2014/main" id="{56CDA7CF-CBA3-C19C-BD9E-BFF054346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6775" y="3848781"/>
                <a:ext cx="644271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6" name="文本框 425">
                <a:extLst>
                  <a:ext uri="{FF2B5EF4-FFF2-40B4-BE49-F238E27FC236}">
                    <a16:creationId xmlns:a16="http://schemas.microsoft.com/office/drawing/2014/main" id="{DA3DFFA3-F66E-D434-EE7E-74ED09EC7154}"/>
                  </a:ext>
                </a:extLst>
              </p:cNvPr>
              <p:cNvSpPr txBox="1"/>
              <p:nvPr/>
            </p:nvSpPr>
            <p:spPr>
              <a:xfrm>
                <a:off x="12180569" y="3850243"/>
                <a:ext cx="644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𝒕𝒈𝒕</m:t>
                          </m:r>
                        </m:sup>
                      </m:sSup>
                    </m:oMath>
                  </m:oMathPara>
                </a14:m>
                <a:endParaRPr lang="zh-CN" altLang="en-US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6" name="文本框 425">
                <a:extLst>
                  <a:ext uri="{FF2B5EF4-FFF2-40B4-BE49-F238E27FC236}">
                    <a16:creationId xmlns:a16="http://schemas.microsoft.com/office/drawing/2014/main" id="{DA3DFFA3-F66E-D434-EE7E-74ED09EC7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0569" y="3850243"/>
                <a:ext cx="644271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7" name="矩形 216">
            <a:extLst>
              <a:ext uri="{FF2B5EF4-FFF2-40B4-BE49-F238E27FC236}">
                <a16:creationId xmlns:a16="http://schemas.microsoft.com/office/drawing/2014/main" id="{9D12C5BD-8906-4E45-B2C6-F42700CAB2C4}"/>
              </a:ext>
            </a:extLst>
          </p:cNvPr>
          <p:cNvSpPr>
            <a:spLocks noGrp="1"/>
          </p:cNvSpPr>
          <p:nvPr/>
        </p:nvSpPr>
        <p:spPr>
          <a:xfrm>
            <a:off x="8191500" y="4162425"/>
            <a:ext cx="962025" cy="476250"/>
          </a:xfrm>
          <a:prstGeom prst="rect">
            <a:avLst/>
          </a:prstGeom>
          <a:solidFill>
            <a:srgbClr val="FFE6DF">
              <a:alpha val="77000"/>
            </a:srgbClr>
          </a:solidFill>
          <a:ln w="22860">
            <a:solidFill>
              <a:srgbClr val="A83A32"/>
            </a:solidFill>
            <a:prstDash val="dash"/>
          </a:ln>
        </p:spPr>
      </p:sp>
      <p:pic>
        <p:nvPicPr>
          <p:cNvPr id="450" name="图形 449">
            <a:extLst>
              <a:ext uri="{FF2B5EF4-FFF2-40B4-BE49-F238E27FC236}">
                <a16:creationId xmlns:a16="http://schemas.microsoft.com/office/drawing/2014/main" id="{AF14839C-6FFE-1F57-9AE9-55D24E6083B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453438" y="4299994"/>
            <a:ext cx="404812" cy="220162"/>
          </a:xfrm>
          <a:prstGeom prst="rect">
            <a:avLst/>
          </a:prstGeom>
        </p:spPr>
      </p:pic>
      <p:cxnSp>
        <p:nvCxnSpPr>
          <p:cNvPr id="467" name="直接箭头连接符 466">
            <a:extLst>
              <a:ext uri="{FF2B5EF4-FFF2-40B4-BE49-F238E27FC236}">
                <a16:creationId xmlns:a16="http://schemas.microsoft.com/office/drawing/2014/main" id="{DC1352F2-3DC6-B64F-DE6D-8A532C850CD4}"/>
              </a:ext>
            </a:extLst>
          </p:cNvPr>
          <p:cNvCxnSpPr/>
          <p:nvPr/>
        </p:nvCxnSpPr>
        <p:spPr>
          <a:xfrm>
            <a:off x="8893175" y="4410075"/>
            <a:ext cx="5588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矩形 217">
            <a:extLst>
              <a:ext uri="{FF2B5EF4-FFF2-40B4-BE49-F238E27FC236}">
                <a16:creationId xmlns:a16="http://schemas.microsoft.com/office/drawing/2014/main" id="{2F390B81-931B-41B6-A2E2-1D63A6510C3B}"/>
              </a:ext>
            </a:extLst>
          </p:cNvPr>
          <p:cNvSpPr>
            <a:spLocks noGrp="1"/>
          </p:cNvSpPr>
          <p:nvPr/>
        </p:nvSpPr>
        <p:spPr>
          <a:xfrm>
            <a:off x="12087225" y="4171950"/>
            <a:ext cx="952500" cy="476250"/>
          </a:xfrm>
          <a:prstGeom prst="rect">
            <a:avLst/>
          </a:prstGeom>
          <a:solidFill>
            <a:srgbClr val="E3F2FF">
              <a:alpha val="77000"/>
            </a:srgbClr>
          </a:solidFill>
          <a:ln w="22860">
            <a:solidFill>
              <a:srgbClr val="1D5A78"/>
            </a:solidFill>
            <a:prstDash val="dash"/>
          </a:ln>
        </p:spPr>
      </p:sp>
      <p:pic>
        <p:nvPicPr>
          <p:cNvPr id="456" name="图形 455">
            <a:extLst>
              <a:ext uri="{FF2B5EF4-FFF2-40B4-BE49-F238E27FC236}">
                <a16:creationId xmlns:a16="http://schemas.microsoft.com/office/drawing/2014/main" id="{69202870-1652-B0AC-0225-B1D9128EC0D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2361875" y="4308428"/>
            <a:ext cx="403200" cy="203294"/>
          </a:xfrm>
          <a:prstGeom prst="rect">
            <a:avLst/>
          </a:prstGeom>
        </p:spPr>
      </p:pic>
      <p:cxnSp>
        <p:nvCxnSpPr>
          <p:cNvPr id="472" name="直接箭头连接符 471">
            <a:extLst>
              <a:ext uri="{FF2B5EF4-FFF2-40B4-BE49-F238E27FC236}">
                <a16:creationId xmlns:a16="http://schemas.microsoft.com/office/drawing/2014/main" id="{B1EA1538-B66B-8286-85F4-D35C31B48FB8}"/>
              </a:ext>
            </a:extLst>
          </p:cNvPr>
          <p:cNvCxnSpPr>
            <a:cxnSpLocks/>
          </p:cNvCxnSpPr>
          <p:nvPr/>
        </p:nvCxnSpPr>
        <p:spPr>
          <a:xfrm>
            <a:off x="11634787" y="4410075"/>
            <a:ext cx="68738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5" name="矩形 494">
            <a:extLst>
              <a:ext uri="{FF2B5EF4-FFF2-40B4-BE49-F238E27FC236}">
                <a16:creationId xmlns:a16="http://schemas.microsoft.com/office/drawing/2014/main" id="{0AFB66D7-99F1-0169-89AC-13FABFE04171}"/>
              </a:ext>
            </a:extLst>
          </p:cNvPr>
          <p:cNvSpPr/>
          <p:nvPr/>
        </p:nvSpPr>
        <p:spPr>
          <a:xfrm>
            <a:off x="7721600" y="2495550"/>
            <a:ext cx="5765800" cy="141391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4" name="图片 443">
            <a:extLst>
              <a:ext uri="{FF2B5EF4-FFF2-40B4-BE49-F238E27FC236}">
                <a16:creationId xmlns:a16="http://schemas.microsoft.com/office/drawing/2014/main" id="{2E5C2E3F-9B44-B4F8-D8D4-8C9F165EDA9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4971" y="2331625"/>
            <a:ext cx="319087" cy="319087"/>
          </a:xfrm>
          <a:prstGeom prst="rect">
            <a:avLst/>
          </a:prstGeom>
        </p:spPr>
      </p:pic>
      <p:pic>
        <p:nvPicPr>
          <p:cNvPr id="446" name="图片 445">
            <a:extLst>
              <a:ext uri="{FF2B5EF4-FFF2-40B4-BE49-F238E27FC236}">
                <a16:creationId xmlns:a16="http://schemas.microsoft.com/office/drawing/2014/main" id="{DE3D60D0-05A7-CBDD-B7FB-F709952C4BC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0682" y="2317147"/>
            <a:ext cx="319087" cy="319087"/>
          </a:xfrm>
          <a:prstGeom prst="rect">
            <a:avLst/>
          </a:prstGeom>
        </p:spPr>
      </p:pic>
      <p:grpSp>
        <p:nvGrpSpPr>
          <p:cNvPr id="443" name="组合 442">
            <a:extLst>
              <a:ext uri="{FF2B5EF4-FFF2-40B4-BE49-F238E27FC236}">
                <a16:creationId xmlns:a16="http://schemas.microsoft.com/office/drawing/2014/main" id="{FC264A54-3771-F85F-7B20-013819D8745E}"/>
              </a:ext>
            </a:extLst>
          </p:cNvPr>
          <p:cNvGrpSpPr/>
          <p:nvPr/>
        </p:nvGrpSpPr>
        <p:grpSpPr>
          <a:xfrm>
            <a:off x="8717756" y="2486024"/>
            <a:ext cx="3726180" cy="257175"/>
            <a:chOff x="8717757" y="2486025"/>
            <a:chExt cx="3726179" cy="257176"/>
          </a:xfrm>
        </p:grpSpPr>
        <p:sp>
          <p:nvSpPr>
            <p:cNvPr id="440" name="矩形 439">
              <a:extLst>
                <a:ext uri="{FF2B5EF4-FFF2-40B4-BE49-F238E27FC236}">
                  <a16:creationId xmlns:a16="http://schemas.microsoft.com/office/drawing/2014/main" id="{C878F568-D86A-854A-3ECD-5CE20E8A8F0F}"/>
                </a:ext>
              </a:extLst>
            </p:cNvPr>
            <p:cNvSpPr/>
            <p:nvPr/>
          </p:nvSpPr>
          <p:spPr>
            <a:xfrm>
              <a:off x="9380934" y="2661000"/>
              <a:ext cx="2431256" cy="82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1" name="箭头: 直角上 440">
              <a:extLst>
                <a:ext uri="{FF2B5EF4-FFF2-40B4-BE49-F238E27FC236}">
                  <a16:creationId xmlns:a16="http://schemas.microsoft.com/office/drawing/2014/main" id="{1911F9E2-0CE6-494E-8909-F6A7466EB29A}"/>
                </a:ext>
              </a:extLst>
            </p:cNvPr>
            <p:cNvSpPr/>
            <p:nvPr/>
          </p:nvSpPr>
          <p:spPr>
            <a:xfrm>
              <a:off x="11786711" y="2486025"/>
              <a:ext cx="657225" cy="257175"/>
            </a:xfrm>
            <a:prstGeom prst="bentUpArrow">
              <a:avLst>
                <a:gd name="adj1" fmla="val 32408"/>
                <a:gd name="adj2" fmla="val 23592"/>
                <a:gd name="adj3" fmla="val 36111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2" name="L 形 441">
              <a:extLst>
                <a:ext uri="{FF2B5EF4-FFF2-40B4-BE49-F238E27FC236}">
                  <a16:creationId xmlns:a16="http://schemas.microsoft.com/office/drawing/2014/main" id="{3BE0FE0D-B681-4393-0899-1E514C6F57C0}"/>
                </a:ext>
              </a:extLst>
            </p:cNvPr>
            <p:cNvSpPr/>
            <p:nvPr/>
          </p:nvSpPr>
          <p:spPr>
            <a:xfrm>
              <a:off x="8717756" y="2503528"/>
              <a:ext cx="795337" cy="239672"/>
            </a:xfrm>
            <a:prstGeom prst="corner">
              <a:avLst>
                <a:gd name="adj1" fmla="val 35097"/>
                <a:gd name="adj2" fmla="val 51459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3" name="矩形 182">
            <a:extLst>
              <a:ext uri="{FF2B5EF4-FFF2-40B4-BE49-F238E27FC236}">
                <a16:creationId xmlns:a16="http://schemas.microsoft.com/office/drawing/2014/main" id="{EDFC069C-4FE7-4828-A2B1-61EEAB7039AA}"/>
              </a:ext>
            </a:extLst>
          </p:cNvPr>
          <p:cNvSpPr>
            <a:spLocks noGrp="1"/>
          </p:cNvSpPr>
          <p:nvPr/>
        </p:nvSpPr>
        <p:spPr>
          <a:xfrm>
            <a:off x="11887200" y="2000250"/>
            <a:ext cx="1019175" cy="504825"/>
          </a:xfrm>
          <a:prstGeom prst="rect">
            <a:avLst/>
          </a:prstGeom>
          <a:solidFill>
            <a:srgbClr val="E3F2FF">
              <a:alpha val="77000"/>
            </a:srgbClr>
          </a:solidFill>
          <a:ln w="22860">
            <a:solidFill>
              <a:srgbClr val="1D5A78"/>
            </a:solidFill>
            <a:prstDash val="dash"/>
          </a:ln>
        </p:spPr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EB08C6AC-C696-4008-9486-8AC21C398119}"/>
              </a:ext>
            </a:extLst>
          </p:cNvPr>
          <p:cNvSpPr>
            <a:spLocks noGrp="1"/>
          </p:cNvSpPr>
          <p:nvPr/>
        </p:nvSpPr>
        <p:spPr>
          <a:xfrm>
            <a:off x="8239125" y="2011744"/>
            <a:ext cx="1047750" cy="487966"/>
          </a:xfrm>
          <a:prstGeom prst="rect">
            <a:avLst/>
          </a:prstGeom>
          <a:solidFill>
            <a:srgbClr val="FFE6DF">
              <a:alpha val="77000"/>
            </a:srgbClr>
          </a:solidFill>
          <a:ln w="22860">
            <a:solidFill>
              <a:srgbClr val="A83A32"/>
            </a:solidFill>
            <a:prstDash val="dash"/>
          </a:ln>
        </p:spPr>
      </p:sp>
      <p:pic>
        <p:nvPicPr>
          <p:cNvPr id="435" name="图形 434">
            <a:extLst>
              <a:ext uri="{FF2B5EF4-FFF2-40B4-BE49-F238E27FC236}">
                <a16:creationId xmlns:a16="http://schemas.microsoft.com/office/drawing/2014/main" id="{AB067688-EFB1-06FC-680D-AAC35490867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612981" y="2147888"/>
            <a:ext cx="404812" cy="220162"/>
          </a:xfrm>
          <a:prstGeom prst="rect">
            <a:avLst/>
          </a:prstGeom>
        </p:spPr>
      </p:pic>
      <p:sp>
        <p:nvSpPr>
          <p:cNvPr id="430" name="矩形 429">
            <a:extLst>
              <a:ext uri="{FF2B5EF4-FFF2-40B4-BE49-F238E27FC236}">
                <a16:creationId xmlns:a16="http://schemas.microsoft.com/office/drawing/2014/main" id="{37683336-444F-E91D-FDA6-9742591952D7}"/>
              </a:ext>
            </a:extLst>
          </p:cNvPr>
          <p:cNvSpPr/>
          <p:nvPr/>
        </p:nvSpPr>
        <p:spPr>
          <a:xfrm>
            <a:off x="9664700" y="1875632"/>
            <a:ext cx="1619250" cy="709612"/>
          </a:xfrm>
          <a:prstGeom prst="rect">
            <a:avLst/>
          </a:prstGeom>
          <a:solidFill>
            <a:srgbClr val="FCFBF8"/>
          </a:solidFill>
          <a:ln>
            <a:solidFill>
              <a:srgbClr val="FCFBF8"/>
            </a:solidFill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2" name="直接箭头连接符 431">
            <a:extLst>
              <a:ext uri="{FF2B5EF4-FFF2-40B4-BE49-F238E27FC236}">
                <a16:creationId xmlns:a16="http://schemas.microsoft.com/office/drawing/2014/main" id="{5EA0CC9A-4A12-A48D-8A9F-AF56757E618F}"/>
              </a:ext>
            </a:extLst>
          </p:cNvPr>
          <p:cNvCxnSpPr>
            <a:cxnSpLocks/>
          </p:cNvCxnSpPr>
          <p:nvPr/>
        </p:nvCxnSpPr>
        <p:spPr>
          <a:xfrm>
            <a:off x="9925050" y="2243137"/>
            <a:ext cx="1138238" cy="190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矩形 187">
            <a:extLst>
              <a:ext uri="{FF2B5EF4-FFF2-40B4-BE49-F238E27FC236}">
                <a16:creationId xmlns:a16="http://schemas.microsoft.com/office/drawing/2014/main" id="{3785C218-4ACA-46E2-8076-03235CD24981}"/>
              </a:ext>
            </a:extLst>
          </p:cNvPr>
          <p:cNvSpPr>
            <a:spLocks noGrp="1"/>
          </p:cNvSpPr>
          <p:nvPr/>
        </p:nvSpPr>
        <p:spPr>
          <a:xfrm>
            <a:off x="10260711" y="2019300"/>
            <a:ext cx="438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4456" lnSpcReduction="10000"/>
          </a:bodyPr>
          <a:lstStyle/>
          <a:p>
            <a:pPr algn="ctr">
              <a:defRPr sz="3450" b="1" i="0">
                <a:solidFill>
                  <a:srgbClr val="A83A32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A83A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×</a:t>
            </a: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7CBCC88C-A9E4-4C9C-9CE7-461604F4C174}"/>
              </a:ext>
            </a:extLst>
          </p:cNvPr>
          <p:cNvSpPr>
            <a:spLocks noGrp="1"/>
          </p:cNvSpPr>
          <p:nvPr/>
        </p:nvSpPr>
        <p:spPr>
          <a:xfrm>
            <a:off x="9467850" y="175260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lnSpcReduction="10000"/>
          </a:bodyPr>
          <a:lstStyle/>
          <a:p>
            <a:pPr algn="ctr">
              <a:defRPr sz="1125" b="0" i="1">
                <a:solidFill>
                  <a:srgbClr val="18242E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1" i="1">
                <a:solidFill>
                  <a:srgbClr val="1824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ordinary physical path</a:t>
            </a:r>
          </a:p>
        </p:txBody>
      </p:sp>
      <p:pic>
        <p:nvPicPr>
          <p:cNvPr id="437" name="图形 436">
            <a:extLst>
              <a:ext uri="{FF2B5EF4-FFF2-40B4-BE49-F238E27FC236}">
                <a16:creationId xmlns:a16="http://schemas.microsoft.com/office/drawing/2014/main" id="{3C8D6043-B680-0CA1-C5A8-51DE703E8D2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2196762" y="2139856"/>
            <a:ext cx="403200" cy="203294"/>
          </a:xfrm>
          <a:prstGeom prst="rect">
            <a:avLst/>
          </a:prstGeom>
        </p:spPr>
      </p:pic>
      <p:pic>
        <p:nvPicPr>
          <p:cNvPr id="496" name="图片 495">
            <a:extLst>
              <a:ext uri="{FF2B5EF4-FFF2-40B4-BE49-F238E27FC236}">
                <a16:creationId xmlns:a16="http://schemas.microsoft.com/office/drawing/2014/main" id="{5A03A32D-20D6-2182-6535-6BFED1B9183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4332" y="3844322"/>
            <a:ext cx="319087" cy="319087"/>
          </a:xfrm>
          <a:prstGeom prst="rect">
            <a:avLst/>
          </a:prstGeom>
        </p:spPr>
      </p:pic>
      <p:pic>
        <p:nvPicPr>
          <p:cNvPr id="497" name="图片 496">
            <a:extLst>
              <a:ext uri="{FF2B5EF4-FFF2-40B4-BE49-F238E27FC236}">
                <a16:creationId xmlns:a16="http://schemas.microsoft.com/office/drawing/2014/main" id="{7DEC34CC-CACC-593B-92B0-360AA6B8C59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1157" y="4488656"/>
            <a:ext cx="319087" cy="319087"/>
          </a:xfrm>
          <a:prstGeom prst="rect">
            <a:avLst/>
          </a:prstGeom>
        </p:spPr>
      </p:pic>
      <p:pic>
        <p:nvPicPr>
          <p:cNvPr id="498" name="图片 497">
            <a:extLst>
              <a:ext uri="{FF2B5EF4-FFF2-40B4-BE49-F238E27FC236}">
                <a16:creationId xmlns:a16="http://schemas.microsoft.com/office/drawing/2014/main" id="{6665127A-F28F-792F-EFB6-C3BCED902BA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3825" y="3856038"/>
            <a:ext cx="319087" cy="319087"/>
          </a:xfrm>
          <a:prstGeom prst="rect">
            <a:avLst/>
          </a:prstGeom>
        </p:spPr>
      </p:pic>
      <p:pic>
        <p:nvPicPr>
          <p:cNvPr id="499" name="图片 498">
            <a:extLst>
              <a:ext uri="{FF2B5EF4-FFF2-40B4-BE49-F238E27FC236}">
                <a16:creationId xmlns:a16="http://schemas.microsoft.com/office/drawing/2014/main" id="{D7D120FC-254D-242B-C8AB-4272CB025F7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3350" y="4470400"/>
            <a:ext cx="319087" cy="319087"/>
          </a:xfrm>
          <a:prstGeom prst="rect">
            <a:avLst/>
          </a:prstGeom>
        </p:spPr>
      </p:pic>
      <p:sp>
        <p:nvSpPr>
          <p:cNvPr id="500" name="文本框 499">
            <a:extLst>
              <a:ext uri="{FF2B5EF4-FFF2-40B4-BE49-F238E27FC236}">
                <a16:creationId xmlns:a16="http://schemas.microsoft.com/office/drawing/2014/main" id="{02460D62-E81D-D644-26C2-80A5C2DEDA8E}"/>
              </a:ext>
            </a:extLst>
          </p:cNvPr>
          <p:cNvSpPr txBox="1"/>
          <p:nvPr/>
        </p:nvSpPr>
        <p:spPr>
          <a:xfrm>
            <a:off x="741929" y="6046279"/>
            <a:ext cx="929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solidFill>
                  <a:srgbClr val="A9502D"/>
                </a:solidFill>
              </a:rPr>
              <a:t>Effect</a:t>
            </a:r>
          </a:p>
        </p:txBody>
      </p:sp>
      <p:sp>
        <p:nvSpPr>
          <p:cNvPr id="501" name="文本框 500">
            <a:extLst>
              <a:ext uri="{FF2B5EF4-FFF2-40B4-BE49-F238E27FC236}">
                <a16:creationId xmlns:a16="http://schemas.microsoft.com/office/drawing/2014/main" id="{BE72A681-35C9-3E30-863A-900BF0BF31B3}"/>
              </a:ext>
            </a:extLst>
          </p:cNvPr>
          <p:cNvSpPr txBox="1"/>
          <p:nvPr/>
        </p:nvSpPr>
        <p:spPr>
          <a:xfrm>
            <a:off x="1257300" y="6315074"/>
            <a:ext cx="17389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lang="en-US" altLang="zh-CN"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Target-region risk</a:t>
            </a:r>
          </a:p>
          <a:p>
            <a:pPr algn="l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lang="en-US" altLang="zh-CN"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when the</a:t>
            </a:r>
          </a:p>
          <a:p>
            <a:pPr algn="l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lang="en-US" altLang="zh-CN"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specified remote</a:t>
            </a:r>
          </a:p>
          <a:p>
            <a:pPr algn="l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lang="en-US" altLang="zh-CN"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information</a:t>
            </a:r>
          </a:p>
          <a:p>
            <a:pPr algn="l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lang="en-US" altLang="zh-CN"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available.</a:t>
            </a:r>
          </a:p>
        </p:txBody>
      </p:sp>
      <p:pic>
        <p:nvPicPr>
          <p:cNvPr id="503" name="图形 502">
            <a:extLst>
              <a:ext uri="{FF2B5EF4-FFF2-40B4-BE49-F238E27FC236}">
                <a16:creationId xmlns:a16="http://schemas.microsoft.com/office/drawing/2014/main" id="{51AA46DE-D4B8-8E81-A243-14B52A74BE53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21992" y="6473284"/>
            <a:ext cx="956216" cy="956216"/>
          </a:xfrm>
          <a:prstGeom prst="rect">
            <a:avLst/>
          </a:prstGeom>
        </p:spPr>
      </p:pic>
      <p:pic>
        <p:nvPicPr>
          <p:cNvPr id="507" name="图形 506">
            <a:extLst>
              <a:ext uri="{FF2B5EF4-FFF2-40B4-BE49-F238E27FC236}">
                <a16:creationId xmlns:a16="http://schemas.microsoft.com/office/drawing/2014/main" id="{87314692-6A62-E477-5754-A580ED3D350E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3518701" y="6496049"/>
            <a:ext cx="563548" cy="479616"/>
          </a:xfrm>
          <a:prstGeom prst="rect">
            <a:avLst/>
          </a:prstGeom>
        </p:spPr>
      </p:pic>
      <p:pic>
        <p:nvPicPr>
          <p:cNvPr id="509" name="图形 508">
            <a:extLst>
              <a:ext uri="{FF2B5EF4-FFF2-40B4-BE49-F238E27FC236}">
                <a16:creationId xmlns:a16="http://schemas.microsoft.com/office/drawing/2014/main" id="{FEA8F281-E36B-ACB7-AB48-D03771678C8E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435316" y="6341417"/>
            <a:ext cx="638448" cy="638448"/>
          </a:xfrm>
          <a:prstGeom prst="rect">
            <a:avLst/>
          </a:prstGeom>
        </p:spPr>
      </p:pic>
      <p:pic>
        <p:nvPicPr>
          <p:cNvPr id="511" name="图形 510">
            <a:extLst>
              <a:ext uri="{FF2B5EF4-FFF2-40B4-BE49-F238E27FC236}">
                <a16:creationId xmlns:a16="http://schemas.microsoft.com/office/drawing/2014/main" id="{4FBA5E3B-79AE-BC66-DF2A-4BFE0718BB05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464969" y="6417468"/>
            <a:ext cx="596432" cy="576263"/>
          </a:xfrm>
          <a:prstGeom prst="rect">
            <a:avLst/>
          </a:prstGeom>
        </p:spPr>
      </p:pic>
      <p:pic>
        <p:nvPicPr>
          <p:cNvPr id="513" name="图形 512">
            <a:extLst>
              <a:ext uri="{FF2B5EF4-FFF2-40B4-BE49-F238E27FC236}">
                <a16:creationId xmlns:a16="http://schemas.microsoft.com/office/drawing/2014/main" id="{233C5D83-EFE5-68F3-D706-8960A20AE357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8488079" y="6443662"/>
            <a:ext cx="602599" cy="512851"/>
          </a:xfrm>
          <a:prstGeom prst="rect">
            <a:avLst/>
          </a:prstGeom>
        </p:spPr>
      </p:pic>
      <p:pic>
        <p:nvPicPr>
          <p:cNvPr id="516" name="图形 515">
            <a:extLst>
              <a:ext uri="{FF2B5EF4-FFF2-40B4-BE49-F238E27FC236}">
                <a16:creationId xmlns:a16="http://schemas.microsoft.com/office/drawing/2014/main" id="{C8C4D4B3-7394-3E7F-3D1E-F18371B21DFC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474098" y="6625942"/>
            <a:ext cx="589189" cy="589189"/>
          </a:xfrm>
          <a:prstGeom prst="rect">
            <a:avLst/>
          </a:prstGeom>
        </p:spPr>
      </p:pic>
      <p:pic>
        <p:nvPicPr>
          <p:cNvPr id="517" name="图形 516">
            <a:extLst>
              <a:ext uri="{FF2B5EF4-FFF2-40B4-BE49-F238E27FC236}">
                <a16:creationId xmlns:a16="http://schemas.microsoft.com/office/drawing/2014/main" id="{23EE3BFA-91A2-C58E-3722-B829943AC64A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2221935" y="6633142"/>
            <a:ext cx="589189" cy="589189"/>
          </a:xfrm>
          <a:prstGeom prst="rect">
            <a:avLst/>
          </a:prstGeom>
        </p:spPr>
      </p:pic>
      <p:sp>
        <p:nvSpPr>
          <p:cNvPr id="518" name="文本框 517">
            <a:extLst>
              <a:ext uri="{FF2B5EF4-FFF2-40B4-BE49-F238E27FC236}">
                <a16:creationId xmlns:a16="http://schemas.microsoft.com/office/drawing/2014/main" id="{8ABD45C6-DA02-99FB-A2E7-795D6B44D4B6}"/>
              </a:ext>
            </a:extLst>
          </p:cNvPr>
          <p:cNvSpPr txBox="1"/>
          <p:nvPr/>
        </p:nvSpPr>
        <p:spPr>
          <a:xfrm>
            <a:off x="800100" y="8686800"/>
            <a:ext cx="2376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1D5A78"/>
                </a:solidFill>
              </a:rPr>
              <a:t>Stage I: Identification</a:t>
            </a:r>
          </a:p>
        </p:txBody>
      </p:sp>
      <p:pic>
        <p:nvPicPr>
          <p:cNvPr id="520" name="图形 519">
            <a:extLst>
              <a:ext uri="{FF2B5EF4-FFF2-40B4-BE49-F238E27FC236}">
                <a16:creationId xmlns:a16="http://schemas.microsoft.com/office/drawing/2014/main" id="{D4DE7A08-6F0B-EBB3-2633-DC1B79A71D9B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384142" y="9341928"/>
            <a:ext cx="440247" cy="440247"/>
          </a:xfrm>
          <a:prstGeom prst="rect">
            <a:avLst/>
          </a:prstGeom>
        </p:spPr>
      </p:pic>
      <p:pic>
        <p:nvPicPr>
          <p:cNvPr id="524" name="图形 523">
            <a:extLst>
              <a:ext uri="{FF2B5EF4-FFF2-40B4-BE49-F238E27FC236}">
                <a16:creationId xmlns:a16="http://schemas.microsoft.com/office/drawing/2014/main" id="{FBB89D0F-5AD5-3B18-DD15-5A17281F40A7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2015871" y="9289541"/>
            <a:ext cx="530733" cy="530733"/>
          </a:xfrm>
          <a:prstGeom prst="rect">
            <a:avLst/>
          </a:prstGeom>
        </p:spPr>
      </p:pic>
      <p:pic>
        <p:nvPicPr>
          <p:cNvPr id="526" name="图形 525">
            <a:extLst>
              <a:ext uri="{FF2B5EF4-FFF2-40B4-BE49-F238E27FC236}">
                <a16:creationId xmlns:a16="http://schemas.microsoft.com/office/drawing/2014/main" id="{EC4BEE72-8440-8CB2-626A-817C272D42E7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4991101" y="9342304"/>
            <a:ext cx="433388" cy="433388"/>
          </a:xfrm>
          <a:prstGeom prst="rect">
            <a:avLst/>
          </a:prstGeom>
        </p:spPr>
      </p:pic>
      <p:sp>
        <p:nvSpPr>
          <p:cNvPr id="527" name="文本框 526">
            <a:extLst>
              <a:ext uri="{FF2B5EF4-FFF2-40B4-BE49-F238E27FC236}">
                <a16:creationId xmlns:a16="http://schemas.microsoft.com/office/drawing/2014/main" id="{28F8464F-BF1B-2E51-57B3-354076A9C421}"/>
              </a:ext>
            </a:extLst>
          </p:cNvPr>
          <p:cNvSpPr txBox="1"/>
          <p:nvPr/>
        </p:nvSpPr>
        <p:spPr>
          <a:xfrm>
            <a:off x="8381999" y="8702159"/>
            <a:ext cx="3648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514777"/>
                </a:solidFill>
              </a:rPr>
              <a:t>Stage II: Information-aware control</a:t>
            </a:r>
          </a:p>
        </p:txBody>
      </p:sp>
    </p:spTree>
    <p:extLst>
      <p:ext uri="{BB962C8B-B14F-4D97-AF65-F5344CB8AC3E}">
        <p14:creationId xmlns:p14="http://schemas.microsoft.com/office/powerpoint/2010/main" val="1741364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679DB4-0B71-4A72-A350-115C32559FC1}"/>
              </a:ext>
            </a:extLst>
          </p:cNvPr>
          <p:cNvSpPr>
            <a:spLocks noGrp="1"/>
          </p:cNvSpPr>
          <p:nvPr/>
        </p:nvSpPr>
        <p:spPr>
          <a:xfrm>
            <a:off x="2609850" y="123825"/>
            <a:ext cx="857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2400" b="1" i="0">
                <a:solidFill>
                  <a:srgbClr val="FCFBF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Stage I counterfactual design and temporal evaluation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4FE3178-8AD9-4141-AE17-E87B84E46F86}"/>
              </a:ext>
            </a:extLst>
          </p:cNvPr>
          <p:cNvSpPr>
            <a:spLocks noGrp="1"/>
          </p:cNvSpPr>
          <p:nvPr/>
        </p:nvSpPr>
        <p:spPr>
          <a:xfrm>
            <a:off x="95250" y="647700"/>
            <a:ext cx="13573125" cy="4381500"/>
          </a:xfrm>
          <a:prstGeom prst="roundRect">
            <a:avLst>
              <a:gd name="adj" fmla="val 1522"/>
            </a:avLst>
          </a:prstGeom>
          <a:solidFill>
            <a:srgbClr val="FCFBF8"/>
          </a:solidFill>
          <a:ln w="20955">
            <a:solidFill>
              <a:srgbClr val="102A43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A60A8E4-2775-4C2D-A155-0A755762B42A}"/>
              </a:ext>
            </a:extLst>
          </p:cNvPr>
          <p:cNvSpPr>
            <a:spLocks noGrp="1"/>
          </p:cNvSpPr>
          <p:nvPr/>
        </p:nvSpPr>
        <p:spPr>
          <a:xfrm>
            <a:off x="104775" y="657225"/>
            <a:ext cx="13554075" cy="66675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D9AD1D-7DE8-4A53-A59E-03F4981F3F0E}"/>
              </a:ext>
            </a:extLst>
          </p:cNvPr>
          <p:cNvSpPr>
            <a:spLocks noGrp="1"/>
          </p:cNvSpPr>
          <p:nvPr/>
        </p:nvSpPr>
        <p:spPr>
          <a:xfrm>
            <a:off x="200025" y="690562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26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DE12A1-350A-4EF1-8DDA-8D34B9ABA79E}"/>
              </a:ext>
            </a:extLst>
          </p:cNvPr>
          <p:cNvSpPr>
            <a:spLocks noGrp="1"/>
          </p:cNvSpPr>
          <p:nvPr/>
        </p:nvSpPr>
        <p:spPr>
          <a:xfrm>
            <a:off x="619125" y="711200"/>
            <a:ext cx="514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21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Matched 2×2 factorial design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07E671-DE3D-45BD-B75E-AF20258DA6F4}"/>
              </a:ext>
            </a:extLst>
          </p:cNvPr>
          <p:cNvSpPr>
            <a:spLocks noGrp="1"/>
          </p:cNvSpPr>
          <p:nvPr/>
        </p:nvSpPr>
        <p:spPr>
          <a:xfrm>
            <a:off x="3724275" y="1104900"/>
            <a:ext cx="5334000" cy="342900"/>
          </a:xfrm>
          <a:prstGeom prst="rect">
            <a:avLst/>
          </a:prstGeom>
          <a:solidFill>
            <a:srgbClr val="DDE7EB"/>
          </a:solidFill>
          <a:ln w="12859">
            <a:solidFill>
              <a:srgbClr val="1D5A78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61B2A7-B8BB-48D7-8FB0-B7CFEAF6D30A}"/>
              </a:ext>
            </a:extLst>
          </p:cNvPr>
          <p:cNvSpPr>
            <a:spLocks noGrp="1"/>
          </p:cNvSpPr>
          <p:nvPr/>
        </p:nvSpPr>
        <p:spPr>
          <a:xfrm>
            <a:off x="3743325" y="1114425"/>
            <a:ext cx="52959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650" b="1" i="0">
                <a:solidFill>
                  <a:srgbClr val="1D5A78"/>
                </a:solidFill>
                <a:latin typeface="Arial"/>
                <a:ea typeface="Arial"/>
                <a:cs typeface="Arial"/>
              </a:defRPr>
            </a:pPr>
            <a:endParaRPr b="1" i="0">
              <a:solidFill>
                <a:srgbClr val="1D5A7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72FD44-8D2C-4B56-A2C7-35CA9A67C7F0}"/>
              </a:ext>
            </a:extLst>
          </p:cNvPr>
          <p:cNvSpPr>
            <a:spLocks noGrp="1"/>
          </p:cNvSpPr>
          <p:nvPr/>
        </p:nvSpPr>
        <p:spPr>
          <a:xfrm>
            <a:off x="3724275" y="1447800"/>
            <a:ext cx="2667000" cy="581025"/>
          </a:xfrm>
          <a:prstGeom prst="rect">
            <a:avLst/>
          </a:prstGeom>
          <a:solidFill>
            <a:srgbClr val="E9EFF2"/>
          </a:solidFill>
          <a:ln w="12859">
            <a:solidFill>
              <a:srgbClr val="8AA2B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973890-C68F-4457-90FF-C67C2A887163}"/>
              </a:ext>
            </a:extLst>
          </p:cNvPr>
          <p:cNvSpPr>
            <a:spLocks noGrp="1"/>
          </p:cNvSpPr>
          <p:nvPr/>
        </p:nvSpPr>
        <p:spPr>
          <a:xfrm>
            <a:off x="6391275" y="1447800"/>
            <a:ext cx="2667000" cy="581025"/>
          </a:xfrm>
          <a:prstGeom prst="rect">
            <a:avLst/>
          </a:prstGeom>
          <a:solidFill>
            <a:srgbClr val="E9EFF2"/>
          </a:solidFill>
          <a:ln w="12859">
            <a:solidFill>
              <a:srgbClr val="8AA2B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C4402BD-31E0-413B-96FB-CFCD7EAF50E6}"/>
              </a:ext>
            </a:extLst>
          </p:cNvPr>
          <p:cNvSpPr>
            <a:spLocks noGrp="1"/>
          </p:cNvSpPr>
          <p:nvPr/>
        </p:nvSpPr>
        <p:spPr>
          <a:xfrm>
            <a:off x="1908630" y="2028825"/>
            <a:ext cx="1815645" cy="952500"/>
          </a:xfrm>
          <a:prstGeom prst="rect">
            <a:avLst/>
          </a:prstGeom>
          <a:solidFill>
            <a:srgbClr val="FCFBF8"/>
          </a:solidFill>
          <a:ln w="12859">
            <a:solidFill>
              <a:srgbClr val="596B86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5D4F26-42DB-4C99-956D-AED0F0F40D89}"/>
              </a:ext>
            </a:extLst>
          </p:cNvPr>
          <p:cNvSpPr>
            <a:spLocks noGrp="1"/>
          </p:cNvSpPr>
          <p:nvPr/>
        </p:nvSpPr>
        <p:spPr>
          <a:xfrm>
            <a:off x="1908630" y="2981325"/>
            <a:ext cx="1815646" cy="1000125"/>
          </a:xfrm>
          <a:prstGeom prst="rect">
            <a:avLst/>
          </a:prstGeom>
          <a:solidFill>
            <a:srgbClr val="FCFBF8"/>
          </a:solidFill>
          <a:ln w="12859">
            <a:solidFill>
              <a:srgbClr val="596B86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BE4511C-B320-494D-82BF-35D4E6C3BD66}"/>
              </a:ext>
            </a:extLst>
          </p:cNvPr>
          <p:cNvSpPr>
            <a:spLocks noGrp="1"/>
          </p:cNvSpPr>
          <p:nvPr/>
        </p:nvSpPr>
        <p:spPr>
          <a:xfrm>
            <a:off x="2057400" y="2114550"/>
            <a:ext cx="1628775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0" i="1">
                <a:solidFill>
                  <a:srgbClr val="18242E"/>
                </a:solidFill>
                <a:latin typeface="Cambria"/>
                <a:ea typeface="Cambria"/>
                <a:cs typeface="Cambria"/>
              </a:defRPr>
            </a:pPr>
            <a:endParaRPr b="0" i="1">
              <a:solidFill>
                <a:srgbClr val="18242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38CEDBC-B64D-4B67-88DC-778E92EA00E4}"/>
              </a:ext>
            </a:extLst>
          </p:cNvPr>
          <p:cNvSpPr>
            <a:spLocks noGrp="1"/>
          </p:cNvSpPr>
          <p:nvPr/>
        </p:nvSpPr>
        <p:spPr>
          <a:xfrm>
            <a:off x="3724275" y="2028825"/>
            <a:ext cx="2667000" cy="952500"/>
          </a:xfrm>
          <a:prstGeom prst="rect">
            <a:avLst/>
          </a:prstGeom>
          <a:solidFill>
            <a:srgbClr val="FCFBF8"/>
          </a:solidFill>
          <a:ln w="12859">
            <a:solidFill>
              <a:srgbClr val="596B86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5964920-551E-42F8-A467-1291AB8D7180}"/>
              </a:ext>
            </a:extLst>
          </p:cNvPr>
          <p:cNvSpPr>
            <a:spLocks noGrp="1"/>
          </p:cNvSpPr>
          <p:nvPr/>
        </p:nvSpPr>
        <p:spPr>
          <a:xfrm>
            <a:off x="3771900" y="2133600"/>
            <a:ext cx="2571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20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(0,0)</a:t>
            </a:r>
          </a:p>
          <a:p>
            <a:pPr algn="ctr">
              <a:defRPr sz="13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2000" b="1" i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baseline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637DDF7-D2BA-428A-A4F5-BD6C79C1D70D}"/>
              </a:ext>
            </a:extLst>
          </p:cNvPr>
          <p:cNvSpPr>
            <a:spLocks noGrp="1"/>
          </p:cNvSpPr>
          <p:nvPr/>
        </p:nvSpPr>
        <p:spPr>
          <a:xfrm>
            <a:off x="6391275" y="2028825"/>
            <a:ext cx="2667000" cy="952500"/>
          </a:xfrm>
          <a:prstGeom prst="rect">
            <a:avLst/>
          </a:prstGeom>
          <a:solidFill>
            <a:srgbClr val="FCFBF8"/>
          </a:solidFill>
          <a:ln w="12859">
            <a:solidFill>
              <a:srgbClr val="596B86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41A1E64-07AC-4B46-8D82-300C824FD196}"/>
              </a:ext>
            </a:extLst>
          </p:cNvPr>
          <p:cNvSpPr>
            <a:spLocks noGrp="1"/>
          </p:cNvSpPr>
          <p:nvPr/>
        </p:nvSpPr>
        <p:spPr>
          <a:xfrm>
            <a:off x="6391274" y="2133600"/>
            <a:ext cx="2695576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3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20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(0,1)</a:t>
            </a:r>
          </a:p>
          <a:p>
            <a:pPr algn="ctr">
              <a:defRPr sz="13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2000" b="1" i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channel negative control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0168856-09DA-45A9-879C-D18EB075FA2C}"/>
              </a:ext>
            </a:extLst>
          </p:cNvPr>
          <p:cNvSpPr>
            <a:spLocks noGrp="1"/>
          </p:cNvSpPr>
          <p:nvPr/>
        </p:nvSpPr>
        <p:spPr>
          <a:xfrm>
            <a:off x="3724275" y="2981325"/>
            <a:ext cx="2667000" cy="1000125"/>
          </a:xfrm>
          <a:prstGeom prst="rect">
            <a:avLst/>
          </a:prstGeom>
          <a:solidFill>
            <a:srgbClr val="FCFBF8"/>
          </a:solidFill>
          <a:ln w="12859">
            <a:solidFill>
              <a:srgbClr val="596B86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B89A142-0B22-4CCE-AE2C-70DA82A0D5A6}"/>
              </a:ext>
            </a:extLst>
          </p:cNvPr>
          <p:cNvSpPr>
            <a:spLocks noGrp="1"/>
          </p:cNvSpPr>
          <p:nvPr/>
        </p:nvSpPr>
        <p:spPr>
          <a:xfrm>
            <a:off x="3771900" y="3086100"/>
            <a:ext cx="25717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3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20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(1,0)</a:t>
            </a:r>
          </a:p>
          <a:p>
            <a:pPr algn="ctr">
              <a:defRPr sz="13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2000" b="1" i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source-risk-treatment</a:t>
            </a:r>
          </a:p>
          <a:p>
            <a:pPr algn="ctr">
              <a:defRPr sz="13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2000" b="1" i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1FD77D5-19F7-4364-A11F-C0B4F349E84F}"/>
              </a:ext>
            </a:extLst>
          </p:cNvPr>
          <p:cNvSpPr>
            <a:spLocks noGrp="1"/>
          </p:cNvSpPr>
          <p:nvPr/>
        </p:nvSpPr>
        <p:spPr>
          <a:xfrm>
            <a:off x="6391275" y="2981325"/>
            <a:ext cx="2667000" cy="1000125"/>
          </a:xfrm>
          <a:prstGeom prst="rect">
            <a:avLst/>
          </a:prstGeom>
          <a:solidFill>
            <a:srgbClr val="FCFBF8"/>
          </a:solidFill>
          <a:ln w="12859">
            <a:solidFill>
              <a:srgbClr val="596B86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7239B0-62E4-491A-982A-BB1755ACC28C}"/>
              </a:ext>
            </a:extLst>
          </p:cNvPr>
          <p:cNvSpPr>
            <a:spLocks noGrp="1"/>
          </p:cNvSpPr>
          <p:nvPr/>
        </p:nvSpPr>
        <p:spPr>
          <a:xfrm>
            <a:off x="6438900" y="3086100"/>
            <a:ext cx="25717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3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20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(1,1)</a:t>
            </a:r>
          </a:p>
          <a:p>
            <a:pPr algn="ctr">
              <a:defRPr sz="13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2000" b="1" i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source-risk treatment +</a:t>
            </a:r>
          </a:p>
          <a:p>
            <a:pPr algn="ctr">
              <a:defRPr sz="13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2000" b="1" i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channel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3E15B81-B884-46A2-AD48-D71C0E51CA32}"/>
              </a:ext>
            </a:extLst>
          </p:cNvPr>
          <p:cNvSpPr>
            <a:spLocks noGrp="1"/>
          </p:cNvSpPr>
          <p:nvPr/>
        </p:nvSpPr>
        <p:spPr>
          <a:xfrm>
            <a:off x="9305925" y="1104900"/>
            <a:ext cx="4191000" cy="3057525"/>
          </a:xfrm>
          <a:prstGeom prst="roundRect">
            <a:avLst>
              <a:gd name="adj" fmla="val 2181"/>
            </a:avLst>
          </a:prstGeom>
          <a:solidFill>
            <a:srgbClr val="FCFBF8"/>
          </a:solidFill>
          <a:ln w="20955">
            <a:solidFill>
              <a:srgbClr val="1D5A78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0939E9B-7E78-4546-8ECA-354FE424532E}"/>
              </a:ext>
            </a:extLst>
          </p:cNvPr>
          <p:cNvSpPr>
            <a:spLocks noGrp="1"/>
          </p:cNvSpPr>
          <p:nvPr/>
        </p:nvSpPr>
        <p:spPr>
          <a:xfrm>
            <a:off x="9505950" y="1200150"/>
            <a:ext cx="2190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endParaRPr b="1" i="0">
              <a:solidFill>
                <a:srgbClr val="102A4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35C7151-FAAF-4411-A118-E661389BCBD1}"/>
              </a:ext>
            </a:extLst>
          </p:cNvPr>
          <p:cNvSpPr>
            <a:spLocks noGrp="1"/>
          </p:cNvSpPr>
          <p:nvPr/>
        </p:nvSpPr>
        <p:spPr>
          <a:xfrm>
            <a:off x="11315700" y="1200150"/>
            <a:ext cx="18573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5000" lnSpcReduction="10000"/>
          </a:bodyPr>
          <a:lstStyle/>
          <a:p>
            <a:pPr algn="l">
              <a:defRPr sz="127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(within matched unit ω)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D38176-C9C2-45A6-B58C-55876E8F8A05}"/>
              </a:ext>
            </a:extLst>
          </p:cNvPr>
          <p:cNvSpPr>
            <a:spLocks noGrp="1"/>
          </p:cNvSpPr>
          <p:nvPr/>
        </p:nvSpPr>
        <p:spPr>
          <a:xfrm>
            <a:off x="10641012" y="1547812"/>
            <a:ext cx="1435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800" b="0" i="1">
                <a:solidFill>
                  <a:srgbClr val="1D5A78"/>
                </a:solidFill>
                <a:latin typeface="Cambria"/>
                <a:ea typeface="Cambria"/>
                <a:cs typeface="Cambria"/>
              </a:defRPr>
            </a:pPr>
            <a:r>
              <a:rPr sz="1800" b="1" i="1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(0,1)  vs  (0,0)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7071933-8190-403E-9D31-8FB064750A71}"/>
              </a:ext>
            </a:extLst>
          </p:cNvPr>
          <p:cNvSpPr>
            <a:spLocks noGrp="1"/>
          </p:cNvSpPr>
          <p:nvPr/>
        </p:nvSpPr>
        <p:spPr>
          <a:xfrm>
            <a:off x="10458450" y="1866900"/>
            <a:ext cx="2714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lnSpcReduction="10000"/>
          </a:bodyPr>
          <a:lstStyle/>
          <a:p>
            <a:pPr algn="l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negative-control channel contrast</a:t>
            </a:r>
          </a:p>
          <a:p>
            <a:pPr algn="l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(no source-risk treatment)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409EC65-3B20-4002-A138-7AC2E6E99336}"/>
              </a:ext>
            </a:extLst>
          </p:cNvPr>
          <p:cNvSpPr>
            <a:spLocks noGrp="1"/>
          </p:cNvSpPr>
          <p:nvPr/>
        </p:nvSpPr>
        <p:spPr>
          <a:xfrm>
            <a:off x="10641012" y="2389188"/>
            <a:ext cx="146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800" b="0" i="1">
                <a:solidFill>
                  <a:srgbClr val="1D5A78"/>
                </a:solidFill>
                <a:latin typeface="Cambria"/>
                <a:ea typeface="Cambria"/>
                <a:cs typeface="Cambria"/>
              </a:defRPr>
            </a:pPr>
            <a:r>
              <a:rPr sz="1800" b="1" i="1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(1,1)  vs  (1,0)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A7AE05C-2F45-45CC-9956-0D5404297A70}"/>
              </a:ext>
            </a:extLst>
          </p:cNvPr>
          <p:cNvSpPr>
            <a:spLocks noGrp="1"/>
          </p:cNvSpPr>
          <p:nvPr/>
        </p:nvSpPr>
        <p:spPr>
          <a:xfrm>
            <a:off x="10458450" y="2724150"/>
            <a:ext cx="2714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lnSpcReduction="10000"/>
          </a:bodyPr>
          <a:lstStyle/>
          <a:p>
            <a:pPr algn="l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information-channel contrast</a:t>
            </a:r>
          </a:p>
          <a:p>
            <a:pPr algn="l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(with source-risk treatment)</a:t>
            </a:r>
          </a:p>
        </p:txBody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8BA12C7A-A8D5-4F30-B0E1-19BABF22D13E}"/>
              </a:ext>
            </a:extLst>
          </p:cNvPr>
          <p:cNvSpPr>
            <a:spLocks noGrp="1"/>
          </p:cNvSpPr>
          <p:nvPr/>
        </p:nvSpPr>
        <p:spPr>
          <a:xfrm>
            <a:off x="9496425" y="3257550"/>
            <a:ext cx="3810000" cy="4763"/>
          </a:xfrm>
          <a:prstGeom prst="line">
            <a:avLst/>
          </a:prstGeom>
          <a:noFill/>
          <a:ln w="9525">
            <a:solidFill>
              <a:srgbClr val="B8C4D6"/>
            </a:solidFill>
            <a:prstDash val="solid"/>
          </a:ln>
        </p:spPr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5ADEF01-B12D-4447-983E-DE0E966F4B8A}"/>
              </a:ext>
            </a:extLst>
          </p:cNvPr>
          <p:cNvSpPr>
            <a:spLocks noGrp="1"/>
          </p:cNvSpPr>
          <p:nvPr/>
        </p:nvSpPr>
        <p:spPr>
          <a:xfrm>
            <a:off x="9658350" y="3333750"/>
            <a:ext cx="3524250" cy="733425"/>
          </a:xfrm>
          <a:prstGeom prst="roundRect">
            <a:avLst>
              <a:gd name="adj" fmla="val 10390"/>
            </a:avLst>
          </a:prstGeom>
          <a:solidFill>
            <a:srgbClr val="DDE7EB"/>
          </a:solidFill>
          <a:ln w="0">
            <a:noFill/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EAB2AD3D-ABF5-456D-BAAE-93085C36F04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772650" y="3371850"/>
                <a:ext cx="3295650" cy="4191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Autofit/>
              </a:bodyPr>
              <a:lstStyle/>
              <a:p>
                <a:pPr algn="ctr">
                  <a:defRPr sz="2100" b="0" i="1">
                    <a:solidFill>
                      <a:srgbClr val="1D5A78"/>
                    </a:solidFill>
                    <a:latin typeface="Cambria"/>
                    <a:ea typeface="Cambria"/>
                    <a:cs typeface="Cambria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altLang="zh-CN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zh-CN" altLang="ar-AE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𝜹</m:t>
                          </m:r>
                        </m:e>
                        <m:sub>
                          <m:r>
                            <a:rPr lang="zh-CN" altLang="ar-AE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𝝎</m:t>
                          </m:r>
                        </m:sub>
                        <m:sup>
                          <m:r>
                            <a:rPr lang="zh-CN" altLang="ar-AE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𝙉𝙇</m:t>
                          </m:r>
                        </m:sup>
                      </m:sSubSup>
                      <m:r>
                        <a:rPr lang="ar-AE" altLang="zh-CN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ar-AE" altLang="zh-CN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zh-CN" altLang="ar-AE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𝝉</m:t>
                          </m:r>
                        </m:e>
                        <m:sub>
                          <m:r>
                            <a:rPr lang="zh-CN" altLang="ar-AE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𝝎</m:t>
                          </m:r>
                        </m:sub>
                        <m:sup>
                          <m:r>
                            <a:rPr lang="zh-CN" altLang="ar-AE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𝙞𝙣𝙛𝙤</m:t>
                          </m:r>
                        </m:sup>
                      </m:sSubSup>
                      <m:r>
                        <a:rPr lang="ar-AE" altLang="zh-CN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−</m:t>
                      </m:r>
                      <m:sSubSup>
                        <m:sSubSupPr>
                          <m:ctrlPr>
                            <a:rPr lang="ar-AE" altLang="zh-CN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zh-CN" altLang="ar-AE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𝝉</m:t>
                          </m:r>
                        </m:e>
                        <m:sub>
                          <m:r>
                            <a:rPr lang="zh-CN" altLang="ar-AE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𝝎</m:t>
                          </m:r>
                        </m:sub>
                        <m:sup>
                          <m:r>
                            <a:rPr lang="zh-CN" altLang="ar-AE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𝙣𝙚𝙜</m:t>
                          </m:r>
                        </m:sup>
                      </m:sSubSup>
                    </m:oMath>
                  </m:oMathPara>
                </a14:m>
                <a:endParaRPr lang="ar-AE" sz="2400" b="1" i="1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EAB2AD3D-ABF5-456D-BAAE-93085C36F0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2650" y="3371850"/>
                <a:ext cx="3295650" cy="419100"/>
              </a:xfrm>
              <a:prstGeom prst="rect">
                <a:avLst/>
              </a:prstGeom>
              <a:blipFill>
                <a:blip r:embed="rId2"/>
                <a:stretch>
                  <a:fillRect t="-11594" b="-42029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矩形 36">
            <a:extLst>
              <a:ext uri="{FF2B5EF4-FFF2-40B4-BE49-F238E27FC236}">
                <a16:creationId xmlns:a16="http://schemas.microsoft.com/office/drawing/2014/main" id="{6164F692-1583-4D43-9AFD-9ABAD3BD2C60}"/>
              </a:ext>
            </a:extLst>
          </p:cNvPr>
          <p:cNvSpPr>
            <a:spLocks noGrp="1"/>
          </p:cNvSpPr>
          <p:nvPr/>
        </p:nvSpPr>
        <p:spPr>
          <a:xfrm>
            <a:off x="10020300" y="3829050"/>
            <a:ext cx="2762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 lnSpcReduction="20000"/>
          </a:bodyPr>
          <a:lstStyle/>
          <a:p>
            <a:pPr algn="ctr">
              <a:defRPr sz="1200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1" i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2×2 factorial interaction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14A8A8A7-30CA-4202-9378-B96961226B66}"/>
              </a:ext>
            </a:extLst>
          </p:cNvPr>
          <p:cNvSpPr>
            <a:spLocks noGrp="1"/>
          </p:cNvSpPr>
          <p:nvPr/>
        </p:nvSpPr>
        <p:spPr>
          <a:xfrm>
            <a:off x="276225" y="4248150"/>
            <a:ext cx="13220700" cy="685800"/>
          </a:xfrm>
          <a:prstGeom prst="roundRect">
            <a:avLst>
              <a:gd name="adj" fmla="val 8333"/>
            </a:avLst>
          </a:prstGeom>
          <a:solidFill>
            <a:srgbClr val="FCFBF8"/>
          </a:solidFill>
          <a:ln w="20955">
            <a:solidFill>
              <a:srgbClr val="1D5A78"/>
            </a:solidFill>
            <a:prstDash val="solid"/>
          </a:ln>
        </p:spPr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B017DFA7-AFB7-4A27-8E2E-92B87FD048C1}"/>
              </a:ext>
            </a:extLst>
          </p:cNvPr>
          <p:cNvSpPr>
            <a:spLocks noGrp="1"/>
          </p:cNvSpPr>
          <p:nvPr/>
        </p:nvSpPr>
        <p:spPr>
          <a:xfrm>
            <a:off x="2014537" y="4352925"/>
            <a:ext cx="2000250" cy="476250"/>
          </a:xfrm>
          <a:prstGeom prst="roundRect">
            <a:avLst>
              <a:gd name="adj" fmla="val 14000"/>
            </a:avLst>
          </a:prstGeom>
          <a:solidFill>
            <a:srgbClr val="FFF1E5"/>
          </a:solidFill>
          <a:ln w="11430">
            <a:solidFill>
              <a:srgbClr val="F28A31"/>
            </a:solidFill>
            <a:prstDash val="solid"/>
          </a:ln>
        </p:spPr>
      </p:sp>
      <p:pic>
        <p:nvPicPr>
          <p:cNvPr id="193" name="图形 19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2066925" y="4410075"/>
            <a:ext cx="361950" cy="361950"/>
          </a:xfrm>
          <a:prstGeom prst="rect">
            <a:avLst/>
          </a:prstGeom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48295420-2342-4B7D-A059-6C1264CA8AFD}"/>
              </a:ext>
            </a:extLst>
          </p:cNvPr>
          <p:cNvSpPr>
            <a:spLocks noGrp="1"/>
          </p:cNvSpPr>
          <p:nvPr/>
        </p:nvSpPr>
        <p:spPr>
          <a:xfrm>
            <a:off x="2457450" y="4391025"/>
            <a:ext cx="1562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350" b="0" i="0">
                <a:solidFill>
                  <a:srgbClr val="A9502D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1" i="0">
                <a:solidFill>
                  <a:srgbClr val="A950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Physical isolation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182EE2F5-6F44-4C4B-BFD9-36F94DCB748B}"/>
              </a:ext>
            </a:extLst>
          </p:cNvPr>
          <p:cNvSpPr>
            <a:spLocks noGrp="1"/>
          </p:cNvSpPr>
          <p:nvPr/>
        </p:nvSpPr>
        <p:spPr>
          <a:xfrm>
            <a:off x="4171950" y="4352925"/>
            <a:ext cx="2133600" cy="476250"/>
          </a:xfrm>
          <a:prstGeom prst="roundRect">
            <a:avLst>
              <a:gd name="adj" fmla="val 14000"/>
            </a:avLst>
          </a:prstGeom>
          <a:solidFill>
            <a:srgbClr val="F3F7FA"/>
          </a:solidFill>
          <a:ln w="11430">
            <a:solidFill>
              <a:srgbClr val="92A7BD"/>
            </a:solidFill>
            <a:prstDash val="solid"/>
          </a:ln>
        </p:spPr>
      </p:sp>
      <p:pic>
        <p:nvPicPr>
          <p:cNvPr id="196" name="图形 19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248150" y="4410075"/>
            <a:ext cx="419100" cy="419100"/>
          </a:xfrm>
          <a:prstGeom prst="rect">
            <a:avLst/>
          </a:prstGeom>
        </p:spPr>
      </p:pic>
      <p:sp>
        <p:nvSpPr>
          <p:cNvPr id="45" name="矩形 44">
            <a:extLst>
              <a:ext uri="{FF2B5EF4-FFF2-40B4-BE49-F238E27FC236}">
                <a16:creationId xmlns:a16="http://schemas.microsoft.com/office/drawing/2014/main" id="{421C08D3-5189-4174-BA67-FFE1675D37D6}"/>
              </a:ext>
            </a:extLst>
          </p:cNvPr>
          <p:cNvSpPr>
            <a:spLocks noGrp="1"/>
          </p:cNvSpPr>
          <p:nvPr/>
        </p:nvSpPr>
        <p:spPr>
          <a:xfrm>
            <a:off x="4569619" y="4410075"/>
            <a:ext cx="1735931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350" b="0" i="0">
                <a:solidFill>
                  <a:srgbClr val="24466A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1" i="0">
                <a:solidFill>
                  <a:srgbClr val="24466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Physical connection</a:t>
            </a:r>
          </a:p>
        </p:txBody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2F2787CB-36E9-41DF-91E1-EF1B1233D91D}"/>
              </a:ext>
            </a:extLst>
          </p:cNvPr>
          <p:cNvSpPr>
            <a:spLocks noGrp="1"/>
          </p:cNvSpPr>
          <p:nvPr/>
        </p:nvSpPr>
        <p:spPr>
          <a:xfrm>
            <a:off x="4079081" y="4343400"/>
            <a:ext cx="4763" cy="485775"/>
          </a:xfrm>
          <a:prstGeom prst="line">
            <a:avLst/>
          </a:prstGeom>
          <a:noFill/>
          <a:ln w="9525">
            <a:solidFill>
              <a:srgbClr val="8AA2BA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180A630-C315-4B49-96C2-9B4A346F0DF2}"/>
              </a:ext>
            </a:extLst>
          </p:cNvPr>
          <p:cNvSpPr>
            <a:spLocks noGrp="1"/>
          </p:cNvSpPr>
          <p:nvPr/>
        </p:nvSpPr>
        <p:spPr>
          <a:xfrm>
            <a:off x="6457950" y="4352925"/>
            <a:ext cx="2952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scr × opn design instantiated</a:t>
            </a:r>
          </a:p>
          <a:p>
            <a:pPr algn="ctr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separately under both scenarios.</a:t>
            </a:r>
          </a:p>
        </p:txBody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5848C044-E30D-4527-9426-77F115E07E18}"/>
              </a:ext>
            </a:extLst>
          </p:cNvPr>
          <p:cNvSpPr>
            <a:spLocks noGrp="1"/>
          </p:cNvSpPr>
          <p:nvPr/>
        </p:nvSpPr>
        <p:spPr>
          <a:xfrm>
            <a:off x="9667875" y="4343400"/>
            <a:ext cx="4763" cy="485775"/>
          </a:xfrm>
          <a:prstGeom prst="line">
            <a:avLst/>
          </a:prstGeom>
          <a:noFill/>
          <a:ln w="9525">
            <a:solidFill>
              <a:srgbClr val="AABAC9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BA429F2-F071-4C04-8A8D-E985C0AF577F}"/>
              </a:ext>
            </a:extLst>
          </p:cNvPr>
          <p:cNvSpPr>
            <a:spLocks noGrp="1"/>
          </p:cNvSpPr>
          <p:nvPr/>
        </p:nvSpPr>
        <p:spPr>
          <a:xfrm>
            <a:off x="9853613" y="4305300"/>
            <a:ext cx="3586161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algn="l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ω = one matched four-run experimental unit</a:t>
            </a:r>
          </a:p>
          <a:p>
            <a:pPr algn="l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prespecified scenario + paired random condition;</a:t>
            </a:r>
          </a:p>
          <a:p>
            <a:pPr algn="l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runs initialized separately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DD4C00CF-9007-4412-ACB4-5C50AD9EDAEC}"/>
              </a:ext>
            </a:extLst>
          </p:cNvPr>
          <p:cNvSpPr>
            <a:spLocks noGrp="1"/>
          </p:cNvSpPr>
          <p:nvPr/>
        </p:nvSpPr>
        <p:spPr>
          <a:xfrm>
            <a:off x="95250" y="5114925"/>
            <a:ext cx="6591300" cy="5133975"/>
          </a:xfrm>
          <a:prstGeom prst="roundRect">
            <a:avLst>
              <a:gd name="adj" fmla="val 1299"/>
            </a:avLst>
          </a:prstGeom>
          <a:solidFill>
            <a:srgbClr val="FCFBF8"/>
          </a:solidFill>
          <a:ln w="20955">
            <a:solidFill>
              <a:srgbClr val="102A43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B3C8DFA-4687-43FD-8065-B2D35A93D350}"/>
              </a:ext>
            </a:extLst>
          </p:cNvPr>
          <p:cNvSpPr>
            <a:spLocks noGrp="1"/>
          </p:cNvSpPr>
          <p:nvPr/>
        </p:nvSpPr>
        <p:spPr>
          <a:xfrm>
            <a:off x="104775" y="5124450"/>
            <a:ext cx="6572250" cy="66675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BDC0CC5-F313-44B3-80EF-F76E3CDFC957}"/>
              </a:ext>
            </a:extLst>
          </p:cNvPr>
          <p:cNvSpPr>
            <a:spLocks noGrp="1"/>
          </p:cNvSpPr>
          <p:nvPr/>
        </p:nvSpPr>
        <p:spPr>
          <a:xfrm>
            <a:off x="95250" y="521017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26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BF14251-42BC-4AEB-A099-442779283859}"/>
              </a:ext>
            </a:extLst>
          </p:cNvPr>
          <p:cNvSpPr>
            <a:spLocks noGrp="1"/>
          </p:cNvSpPr>
          <p:nvPr/>
        </p:nvSpPr>
        <p:spPr>
          <a:xfrm>
            <a:off x="476250" y="5229225"/>
            <a:ext cx="6257924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950" b="1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event-time reference and risk windows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9A5D76F5-770C-4817-9C74-4E95BEC2EB3E}"/>
              </a:ext>
            </a:extLst>
          </p:cNvPr>
          <p:cNvSpPr>
            <a:spLocks noGrp="1"/>
          </p:cNvSpPr>
          <p:nvPr/>
        </p:nvSpPr>
        <p:spPr>
          <a:xfrm>
            <a:off x="276225" y="5695950"/>
            <a:ext cx="6257925" cy="1733550"/>
          </a:xfrm>
          <a:prstGeom prst="roundRect">
            <a:avLst>
              <a:gd name="adj" fmla="val 3846"/>
            </a:avLst>
          </a:prstGeom>
          <a:solidFill>
            <a:srgbClr val="E9EFF2"/>
          </a:solidFill>
          <a:ln w="20955">
            <a:solidFill>
              <a:srgbClr val="1D5A78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0D5AB9CB-115C-4C39-AD2E-6985B046D20F}"/>
              </a:ext>
            </a:extLst>
          </p:cNvPr>
          <p:cNvSpPr>
            <a:spLocks noGrp="1"/>
          </p:cNvSpPr>
          <p:nvPr/>
        </p:nvSpPr>
        <p:spPr>
          <a:xfrm>
            <a:off x="428625" y="5743575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425" b="1" i="0">
                <a:solidFill>
                  <a:srgbClr val="1D5A78"/>
                </a:solidFill>
                <a:latin typeface="Arial"/>
                <a:ea typeface="Arial"/>
                <a:cs typeface="Arial"/>
              </a:defRPr>
            </a:pPr>
            <a:endParaRPr b="1" i="0">
              <a:solidFill>
                <a:srgbClr val="1D5A7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5A74A2D-8F39-4993-AECA-DE5232153696}"/>
              </a:ext>
            </a:extLst>
          </p:cNvPr>
          <p:cNvSpPr>
            <a:spLocks noGrp="1"/>
          </p:cNvSpPr>
          <p:nvPr/>
        </p:nvSpPr>
        <p:spPr>
          <a:xfrm>
            <a:off x="476250" y="6105525"/>
            <a:ext cx="819150" cy="304800"/>
          </a:xfrm>
          <a:prstGeom prst="rect">
            <a:avLst/>
          </a:prstGeom>
          <a:solidFill>
            <a:srgbClr val="FCFBF8"/>
          </a:solidFill>
          <a:ln w="12859">
            <a:solidFill>
              <a:srgbClr val="9AA9B9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32AAF1E-9FCC-478E-B978-383A1A07710D}"/>
              </a:ext>
            </a:extLst>
          </p:cNvPr>
          <p:cNvSpPr>
            <a:spLocks noGrp="1"/>
          </p:cNvSpPr>
          <p:nvPr/>
        </p:nvSpPr>
        <p:spPr>
          <a:xfrm>
            <a:off x="1295400" y="6105525"/>
            <a:ext cx="3333750" cy="304800"/>
          </a:xfrm>
          <a:prstGeom prst="rect">
            <a:avLst/>
          </a:prstGeom>
          <a:solidFill>
            <a:srgbClr val="FCFBF8"/>
          </a:solidFill>
          <a:ln w="12859">
            <a:solidFill>
              <a:srgbClr val="9AA9B9"/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C8F9EAF-AF76-4C7A-940F-3C6C777E5EC5}"/>
              </a:ext>
            </a:extLst>
          </p:cNvPr>
          <p:cNvSpPr>
            <a:spLocks noGrp="1"/>
          </p:cNvSpPr>
          <p:nvPr/>
        </p:nvSpPr>
        <p:spPr>
          <a:xfrm>
            <a:off x="495300" y="6115050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75" b="1" i="0">
                <a:solidFill>
                  <a:srgbClr val="18242E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1824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(0,0)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567DB88-8AFF-4B03-8FC0-939FF43E84FA}"/>
              </a:ext>
            </a:extLst>
          </p:cNvPr>
          <p:cNvSpPr>
            <a:spLocks noGrp="1"/>
          </p:cNvSpPr>
          <p:nvPr/>
        </p:nvSpPr>
        <p:spPr>
          <a:xfrm>
            <a:off x="1333500" y="6115050"/>
            <a:ext cx="3257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163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clock position only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FCA0B62-45C4-4861-9E99-D2F75F819DA0}"/>
              </a:ext>
            </a:extLst>
          </p:cNvPr>
          <p:cNvSpPr>
            <a:spLocks noGrp="1"/>
          </p:cNvSpPr>
          <p:nvPr/>
        </p:nvSpPr>
        <p:spPr>
          <a:xfrm>
            <a:off x="476250" y="6410325"/>
            <a:ext cx="819150" cy="304800"/>
          </a:xfrm>
          <a:prstGeom prst="rect">
            <a:avLst/>
          </a:prstGeom>
          <a:solidFill>
            <a:srgbClr val="FCFBF8"/>
          </a:solidFill>
          <a:ln w="12859">
            <a:solidFill>
              <a:srgbClr val="9AA9B9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C95AA48-6DFE-4520-86EB-0FA9ACEA7537}"/>
              </a:ext>
            </a:extLst>
          </p:cNvPr>
          <p:cNvSpPr>
            <a:spLocks noGrp="1"/>
          </p:cNvSpPr>
          <p:nvPr/>
        </p:nvSpPr>
        <p:spPr>
          <a:xfrm>
            <a:off x="1295400" y="6410325"/>
            <a:ext cx="3333750" cy="304800"/>
          </a:xfrm>
          <a:prstGeom prst="rect">
            <a:avLst/>
          </a:prstGeom>
          <a:solidFill>
            <a:srgbClr val="FCFBF8"/>
          </a:solidFill>
          <a:ln w="12859">
            <a:solidFill>
              <a:srgbClr val="9AA9B9"/>
            </a:solidFill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744CD9B-55C3-4778-9A87-092529A8DA5E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75" b="1" i="0">
                <a:solidFill>
                  <a:srgbClr val="18242E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1824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(0,1)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FE086AC3-4A6C-4589-A0D4-6CCA97E9C2A0}"/>
              </a:ext>
            </a:extLst>
          </p:cNvPr>
          <p:cNvSpPr>
            <a:spLocks noGrp="1"/>
          </p:cNvSpPr>
          <p:nvPr/>
        </p:nvSpPr>
        <p:spPr>
          <a:xfrm>
            <a:off x="1333500" y="6419850"/>
            <a:ext cx="3257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163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clock position only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88162287-1B29-4DBD-A80B-CB47A87D1D0D}"/>
              </a:ext>
            </a:extLst>
          </p:cNvPr>
          <p:cNvSpPr>
            <a:spLocks noGrp="1"/>
          </p:cNvSpPr>
          <p:nvPr/>
        </p:nvSpPr>
        <p:spPr>
          <a:xfrm>
            <a:off x="476250" y="6715125"/>
            <a:ext cx="819150" cy="304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859">
            <a:solidFill>
              <a:srgbClr val="9AA9B9"/>
            </a:solidFill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18980314-0E2D-46C5-AF46-8BFD8AADF2D6}"/>
              </a:ext>
            </a:extLst>
          </p:cNvPr>
          <p:cNvSpPr>
            <a:spLocks noGrp="1"/>
          </p:cNvSpPr>
          <p:nvPr/>
        </p:nvSpPr>
        <p:spPr>
          <a:xfrm>
            <a:off x="1295400" y="6715125"/>
            <a:ext cx="3333750" cy="304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859">
            <a:solidFill>
              <a:srgbClr val="9AA9B9"/>
            </a:solidFill>
            <a:prstDash val="solid"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3B345A99-5A1F-4E3A-93B4-4AEC931B6809}"/>
              </a:ext>
            </a:extLst>
          </p:cNvPr>
          <p:cNvSpPr>
            <a:spLocks noGrp="1"/>
          </p:cNvSpPr>
          <p:nvPr/>
        </p:nvSpPr>
        <p:spPr>
          <a:xfrm>
            <a:off x="495300" y="6724650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75" b="1" i="0">
                <a:solidFill>
                  <a:srgbClr val="18242E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1824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(1,0)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E8468A21-B528-41A4-A296-7AD18F77F6ED}"/>
              </a:ext>
            </a:extLst>
          </p:cNvPr>
          <p:cNvSpPr>
            <a:spLocks noGrp="1"/>
          </p:cNvSpPr>
          <p:nvPr/>
        </p:nvSpPr>
        <p:spPr>
          <a:xfrm>
            <a:off x="1333500" y="6724650"/>
            <a:ext cx="3257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163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event establishes</a:t>
            </a:r>
            <a:r>
              <a:rPr lang="en-US"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sz="1400" b="0" i="0">
              <a:solidFill>
                <a:srgbClr val="102A4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4A051AF-F7E7-4018-A010-DE762052DFF2}"/>
              </a:ext>
            </a:extLst>
          </p:cNvPr>
          <p:cNvSpPr>
            <a:spLocks noGrp="1"/>
          </p:cNvSpPr>
          <p:nvPr/>
        </p:nvSpPr>
        <p:spPr>
          <a:xfrm>
            <a:off x="476250" y="7019925"/>
            <a:ext cx="819150" cy="304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859">
            <a:solidFill>
              <a:srgbClr val="9AA9B9"/>
            </a:solidFill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0CFB528C-F9B2-4865-AACA-0573D749EF4A}"/>
              </a:ext>
            </a:extLst>
          </p:cNvPr>
          <p:cNvSpPr>
            <a:spLocks noGrp="1"/>
          </p:cNvSpPr>
          <p:nvPr/>
        </p:nvSpPr>
        <p:spPr>
          <a:xfrm>
            <a:off x="1295400" y="7019925"/>
            <a:ext cx="3333750" cy="304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859">
            <a:solidFill>
              <a:srgbClr val="9AA9B9"/>
            </a:solidFill>
            <a:prstDash val="solid"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A4A487F2-A381-4D73-984B-6AD79A198DB3}"/>
              </a:ext>
            </a:extLst>
          </p:cNvPr>
          <p:cNvSpPr>
            <a:spLocks noGrp="1"/>
          </p:cNvSpPr>
          <p:nvPr/>
        </p:nvSpPr>
        <p:spPr>
          <a:xfrm>
            <a:off x="495300" y="7029450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75" b="1" i="0">
                <a:solidFill>
                  <a:srgbClr val="18242E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1824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(1,1)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D85A4B4-20A5-46B7-B734-DD264BC87AF4}"/>
              </a:ext>
            </a:extLst>
          </p:cNvPr>
          <p:cNvSpPr>
            <a:spLocks noGrp="1"/>
          </p:cNvSpPr>
          <p:nvPr/>
        </p:nvSpPr>
        <p:spPr>
          <a:xfrm>
            <a:off x="1333500" y="7029450"/>
            <a:ext cx="3257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163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matched source event (same</a:t>
            </a:r>
            <a:r>
              <a:rPr lang="en-US"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795EC51-31F6-40C1-9F1F-DEE9796F0FD5}"/>
              </a:ext>
            </a:extLst>
          </p:cNvPr>
          <p:cNvSpPr>
            <a:spLocks noGrp="1"/>
          </p:cNvSpPr>
          <p:nvPr/>
        </p:nvSpPr>
        <p:spPr>
          <a:xfrm>
            <a:off x="4861560" y="6153150"/>
            <a:ext cx="148209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four runs</a:t>
            </a:r>
          </a:p>
          <a:p>
            <a:pPr algn="ctr">
              <a:defRPr sz="13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aligned to the</a:t>
            </a:r>
          </a:p>
          <a:p>
            <a:pPr algn="ctr">
              <a:defRPr sz="13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event time</a:t>
            </a:r>
            <a:endParaRPr lang="en-US" sz="1600" b="0" i="0">
              <a:solidFill>
                <a:srgbClr val="102A4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defRPr sz="13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endParaRPr sz="1600" b="0" i="0">
              <a:solidFill>
                <a:srgbClr val="102A4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84FAEB52-0ACC-4F76-802A-AEA0A5E624A9}"/>
              </a:ext>
            </a:extLst>
          </p:cNvPr>
          <p:cNvSpPr>
            <a:spLocks noGrp="1"/>
          </p:cNvSpPr>
          <p:nvPr/>
        </p:nvSpPr>
        <p:spPr>
          <a:xfrm>
            <a:off x="400050" y="8115300"/>
            <a:ext cx="1838325" cy="171450"/>
          </a:xfrm>
          <a:prstGeom prst="rect">
            <a:avLst/>
          </a:prstGeom>
          <a:solidFill>
            <a:srgbClr val="D9DEE4"/>
          </a:solidFill>
          <a:ln w="0">
            <a:noFill/>
            <a:prstDash val="solid"/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33210A7-412F-4D48-AD45-FDCBD12F3B89}"/>
              </a:ext>
            </a:extLst>
          </p:cNvPr>
          <p:cNvSpPr>
            <a:spLocks noGrp="1"/>
          </p:cNvSpPr>
          <p:nvPr/>
        </p:nvSpPr>
        <p:spPr>
          <a:xfrm>
            <a:off x="2238375" y="8115300"/>
            <a:ext cx="1285875" cy="171450"/>
          </a:xfrm>
          <a:prstGeom prst="rect">
            <a:avLst/>
          </a:prstGeom>
          <a:solidFill>
            <a:srgbClr val="93DCF5"/>
          </a:solidFill>
          <a:ln w="0">
            <a:noFill/>
            <a:prstDash val="solid"/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F2F960A-70D5-4098-8560-C0B2A8368B85}"/>
              </a:ext>
            </a:extLst>
          </p:cNvPr>
          <p:cNvSpPr>
            <a:spLocks noGrp="1"/>
          </p:cNvSpPr>
          <p:nvPr/>
        </p:nvSpPr>
        <p:spPr>
          <a:xfrm>
            <a:off x="3524250" y="8115300"/>
            <a:ext cx="2438400" cy="171450"/>
          </a:xfrm>
          <a:prstGeom prst="rect">
            <a:avLst/>
          </a:prstGeom>
          <a:solidFill>
            <a:srgbClr val="C4EBC9"/>
          </a:solidFill>
          <a:ln w="0">
            <a:noFill/>
            <a:prstDash val="solid"/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567FEEEF-97B1-4F27-8464-A4C89E4AD646}"/>
              </a:ext>
            </a:extLst>
          </p:cNvPr>
          <p:cNvSpPr>
            <a:spLocks noGrp="1"/>
          </p:cNvSpPr>
          <p:nvPr/>
        </p:nvSpPr>
        <p:spPr>
          <a:xfrm>
            <a:off x="6067425" y="8034338"/>
            <a:ext cx="47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822D323A-E19B-459C-A595-20F57EBA143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38200" y="8553450"/>
                <a:ext cx="952500" cy="3429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Autofit/>
              </a:bodyPr>
              <a:lstStyle/>
              <a:p>
                <a:pPr algn="ctr">
                  <a:defRPr sz="1950" b="0" i="1">
                    <a:solidFill>
                      <a:srgbClr val="102A43"/>
                    </a:solidFill>
                    <a:latin typeface="Cambria"/>
                    <a:ea typeface="Cambria"/>
                    <a:cs typeface="Cambria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b="0" i="1" smtClean="0">
                              <a:solidFill>
                                <a:srgbClr val="102A43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 b="0" i="1" smtClean="0">
                              <a:solidFill>
                                <a:srgbClr val="102A43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T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102A43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𝜔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rgbClr val="102A43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𝘣𝘢𝘴𝘦</m:t>
                          </m:r>
                        </m:sup>
                      </m:sSubSup>
                    </m:oMath>
                  </m:oMathPara>
                </a14:m>
                <a:endParaRPr sz="2400" b="0" i="1">
                  <a:solidFill>
                    <a:srgbClr val="102A4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822D323A-E19B-459C-A595-20F57EBA14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553450"/>
                <a:ext cx="952500" cy="342900"/>
              </a:xfrm>
              <a:prstGeom prst="rect">
                <a:avLst/>
              </a:prstGeom>
              <a:blipFill>
                <a:blip r:embed="rId8"/>
                <a:stretch>
                  <a:fillRect t="-10714" b="-17857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矩形 86">
            <a:extLst>
              <a:ext uri="{FF2B5EF4-FFF2-40B4-BE49-F238E27FC236}">
                <a16:creationId xmlns:a16="http://schemas.microsoft.com/office/drawing/2014/main" id="{42550E03-0669-4861-89CA-702E872BB561}"/>
              </a:ext>
            </a:extLst>
          </p:cNvPr>
          <p:cNvSpPr>
            <a:spLocks noGrp="1"/>
          </p:cNvSpPr>
          <p:nvPr/>
        </p:nvSpPr>
        <p:spPr>
          <a:xfrm>
            <a:off x="495300" y="8934450"/>
            <a:ext cx="133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reference</a:t>
            </a:r>
          </a:p>
          <a:p>
            <a:pPr algn="ctr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(before event)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D5547572-E935-4C2E-A6D7-D717D032C67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457450" y="8526462"/>
                <a:ext cx="947737" cy="52387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rmAutofit/>
              </a:bodyPr>
              <a:lstStyle/>
              <a:p>
                <a:pPr algn="ctr">
                  <a:defRPr sz="1950" b="0" i="1">
                    <a:solidFill>
                      <a:srgbClr val="1D5A78"/>
                    </a:solidFill>
                    <a:latin typeface="Cambria"/>
                    <a:ea typeface="Cambria"/>
                    <a:cs typeface="Cambria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𝘭𝘢𝘨</m:t>
                          </m:r>
                        </m:sup>
                      </m:sSup>
                    </m:oMath>
                  </m:oMathPara>
                </a14:m>
                <a:endParaRPr sz="2400" b="0" i="1">
                  <a:solidFill>
                    <a:srgbClr val="1D5A7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D5547572-E935-4C2E-A6D7-D717D032C6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450" y="8526462"/>
                <a:ext cx="947737" cy="5238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矩形 91">
            <a:extLst>
              <a:ext uri="{FF2B5EF4-FFF2-40B4-BE49-F238E27FC236}">
                <a16:creationId xmlns:a16="http://schemas.microsoft.com/office/drawing/2014/main" id="{9952D3B8-B72D-4EEF-9FF1-CEF9147C977B}"/>
              </a:ext>
            </a:extLst>
          </p:cNvPr>
          <p:cNvSpPr>
            <a:spLocks noGrp="1"/>
          </p:cNvSpPr>
          <p:nvPr/>
        </p:nvSpPr>
        <p:spPr>
          <a:xfrm>
            <a:off x="1828800" y="8788400"/>
            <a:ext cx="1870075" cy="946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125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fixed lag for message</a:t>
            </a:r>
          </a:p>
          <a:p>
            <a:pPr algn="ctr">
              <a:defRPr sz="1125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propagation, adoption</a:t>
            </a:r>
          </a:p>
          <a:p>
            <a:pPr algn="ctr">
              <a:defRPr sz="1125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response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DA506C25-7FAC-4241-8513-501E6617F6C7}"/>
              </a:ext>
            </a:extLst>
          </p:cNvPr>
          <p:cNvSpPr>
            <a:spLocks noGrp="1"/>
          </p:cNvSpPr>
          <p:nvPr/>
        </p:nvSpPr>
        <p:spPr>
          <a:xfrm>
            <a:off x="4606290" y="7396163"/>
            <a:ext cx="146113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5000" lnSpcReduction="10000"/>
          </a:bodyPr>
          <a:lstStyle/>
          <a:p>
            <a:pPr algn="ctr">
              <a:defRPr sz="1125" b="0" i="0">
                <a:solidFill>
                  <a:srgbClr val="2E6A51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2E6A5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early-risk window</a:t>
            </a:r>
          </a:p>
          <a:p>
            <a:pPr algn="ctr">
              <a:defRPr sz="1125" b="0" i="0">
                <a:solidFill>
                  <a:srgbClr val="2E6A51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2E6A5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(connected scene)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D96F49F6-8360-48C5-BDC1-D4E890AC78D3}"/>
              </a:ext>
            </a:extLst>
          </p:cNvPr>
          <p:cNvSpPr>
            <a:spLocks noGrp="1"/>
          </p:cNvSpPr>
          <p:nvPr/>
        </p:nvSpPr>
        <p:spPr>
          <a:xfrm>
            <a:off x="4014787" y="8972550"/>
            <a:ext cx="1508284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7430"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 outcome window</a:t>
            </a:r>
          </a:p>
        </p:txBody>
      </p: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6BE4C863-46CF-442C-BBCB-FD3E0F7E435F}"/>
              </a:ext>
            </a:extLst>
          </p:cNvPr>
          <p:cNvSpPr>
            <a:spLocks noGrp="1"/>
          </p:cNvSpPr>
          <p:nvPr/>
        </p:nvSpPr>
        <p:spPr>
          <a:xfrm>
            <a:off x="6734175" y="5114925"/>
            <a:ext cx="6943725" cy="5133975"/>
          </a:xfrm>
          <a:prstGeom prst="roundRect">
            <a:avLst>
              <a:gd name="adj" fmla="val 1299"/>
            </a:avLst>
          </a:prstGeom>
          <a:solidFill>
            <a:srgbClr val="FCFBF8"/>
          </a:solidFill>
          <a:ln w="20955">
            <a:solidFill>
              <a:srgbClr val="102A43"/>
            </a:solidFill>
            <a:prstDash val="solid"/>
          </a:ln>
        </p:spPr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60E31B3B-3A7C-449C-8A9E-B5166D970739}"/>
              </a:ext>
            </a:extLst>
          </p:cNvPr>
          <p:cNvSpPr>
            <a:spLocks noGrp="1"/>
          </p:cNvSpPr>
          <p:nvPr/>
        </p:nvSpPr>
        <p:spPr>
          <a:xfrm>
            <a:off x="6743700" y="5124450"/>
            <a:ext cx="6924675" cy="66675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97EA32AA-9D0A-474E-BBFC-872D73C462E6}"/>
              </a:ext>
            </a:extLst>
          </p:cNvPr>
          <p:cNvSpPr>
            <a:spLocks noGrp="1"/>
          </p:cNvSpPr>
          <p:nvPr/>
        </p:nvSpPr>
        <p:spPr>
          <a:xfrm>
            <a:off x="6778625" y="51530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26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085C5DA5-74AE-4F9B-9D30-328EFC73D74E}"/>
              </a:ext>
            </a:extLst>
          </p:cNvPr>
          <p:cNvSpPr>
            <a:spLocks noGrp="1"/>
          </p:cNvSpPr>
          <p:nvPr/>
        </p:nvSpPr>
        <p:spPr>
          <a:xfrm>
            <a:off x="7343775" y="5210175"/>
            <a:ext cx="609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Connected-scene temporal precedence</a:t>
            </a: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85F7F903-2B9E-4B71-A6A7-D099598CD218}"/>
              </a:ext>
            </a:extLst>
          </p:cNvPr>
          <p:cNvSpPr>
            <a:spLocks noGrp="1"/>
          </p:cNvSpPr>
          <p:nvPr/>
        </p:nvSpPr>
        <p:spPr>
          <a:xfrm>
            <a:off x="6800850" y="5562600"/>
            <a:ext cx="6800850" cy="2847975"/>
          </a:xfrm>
          <a:prstGeom prst="roundRect">
            <a:avLst>
              <a:gd name="adj" fmla="val 2341"/>
            </a:avLst>
          </a:prstGeom>
          <a:solidFill>
            <a:srgbClr val="E9EFF2"/>
          </a:solidFill>
          <a:ln w="20955">
            <a:solidFill>
              <a:srgbClr val="1D5A78"/>
            </a:solidFill>
            <a:prstDash val="solid"/>
          </a:ln>
        </p:spPr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49BE628B-B490-4379-B7F5-722852A1BAE0}"/>
              </a:ext>
            </a:extLst>
          </p:cNvPr>
          <p:cNvSpPr>
            <a:spLocks noGrp="1"/>
          </p:cNvSpPr>
          <p:nvPr/>
        </p:nvSpPr>
        <p:spPr>
          <a:xfrm>
            <a:off x="7105650" y="6600825"/>
            <a:ext cx="5600700" cy="114300"/>
          </a:xfrm>
          <a:prstGeom prst="rect">
            <a:avLst/>
          </a:prstGeom>
          <a:solidFill>
            <a:srgbClr val="DDE6EA"/>
          </a:solidFill>
          <a:ln w="0">
            <a:noFill/>
            <a:prstDash val="solid"/>
          </a:ln>
        </p:spPr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DB756C36-9969-4C15-9A44-DC319B5048DF}"/>
              </a:ext>
            </a:extLst>
          </p:cNvPr>
          <p:cNvSpPr>
            <a:spLocks noGrp="1"/>
          </p:cNvSpPr>
          <p:nvPr/>
        </p:nvSpPr>
        <p:spPr>
          <a:xfrm>
            <a:off x="7105650" y="6648450"/>
            <a:ext cx="6038850" cy="4763"/>
          </a:xfrm>
          <a:prstGeom prst="line">
            <a:avLst/>
          </a:prstGeom>
          <a:noFill/>
          <a:ln w="19050">
            <a:solidFill>
              <a:srgbClr val="334A68"/>
            </a:solidFill>
            <a:prstDash val="solid"/>
          </a:ln>
        </p:spPr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A2E42DAA-9845-4334-99F6-1FA2BBF3D1DE}"/>
              </a:ext>
            </a:extLst>
          </p:cNvPr>
          <p:cNvSpPr>
            <a:spLocks noGrp="1"/>
          </p:cNvSpPr>
          <p:nvPr/>
        </p:nvSpPr>
        <p:spPr>
          <a:xfrm>
            <a:off x="7134225" y="6572250"/>
            <a:ext cx="152400" cy="152400"/>
          </a:xfrm>
          <a:prstGeom prst="ellipse">
            <a:avLst/>
          </a:prstGeom>
          <a:solidFill>
            <a:srgbClr val="A83A32"/>
          </a:solidFill>
          <a:ln w="11430">
            <a:solidFill>
              <a:srgbClr val="FCFBF8"/>
            </a:solidFill>
            <a:prstDash val="solid"/>
          </a:ln>
        </p:spPr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B97DC8F3-5758-4EA9-ADC0-868C8C622F86}"/>
              </a:ext>
            </a:extLst>
          </p:cNvPr>
          <p:cNvSpPr>
            <a:spLocks noGrp="1"/>
          </p:cNvSpPr>
          <p:nvPr/>
        </p:nvSpPr>
        <p:spPr>
          <a:xfrm>
            <a:off x="6724650" y="6781800"/>
            <a:ext cx="9906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938" b="0" i="0">
                <a:solidFill>
                  <a:srgbClr val="A83A32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A83A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source-risk</a:t>
            </a:r>
          </a:p>
          <a:p>
            <a:pPr algn="ctr">
              <a:defRPr sz="938" b="0" i="0">
                <a:solidFill>
                  <a:srgbClr val="A83A32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A83A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treatment</a:t>
            </a:r>
          </a:p>
          <a:p>
            <a:pPr algn="ctr">
              <a:defRPr sz="938" b="0" i="0">
                <a:solidFill>
                  <a:srgbClr val="A83A32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A83A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</a:t>
            </a:r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4C90B2D1-9F78-40F7-9C82-30C74760BC61}"/>
              </a:ext>
            </a:extLst>
          </p:cNvPr>
          <p:cNvSpPr>
            <a:spLocks noGrp="1"/>
          </p:cNvSpPr>
          <p:nvPr/>
        </p:nvSpPr>
        <p:spPr>
          <a:xfrm>
            <a:off x="7943850" y="6572250"/>
            <a:ext cx="152400" cy="152400"/>
          </a:xfrm>
          <a:prstGeom prst="ellipse">
            <a:avLst/>
          </a:prstGeom>
          <a:solidFill>
            <a:schemeClr val="tx1"/>
          </a:solidFill>
          <a:ln w="11430">
            <a:solidFill>
              <a:srgbClr val="FCFBF8"/>
            </a:solidFill>
            <a:prstDash val="solid"/>
          </a:ln>
        </p:spPr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75EA8E01-9540-4768-AAA0-D1C74AEF66D8}"/>
              </a:ext>
            </a:extLst>
          </p:cNvPr>
          <p:cNvSpPr>
            <a:spLocks noGrp="1"/>
          </p:cNvSpPr>
          <p:nvPr/>
        </p:nvSpPr>
        <p:spPr>
          <a:xfrm>
            <a:off x="7505700" y="6781800"/>
            <a:ext cx="9906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938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event</a:t>
            </a:r>
          </a:p>
          <a:p>
            <a:pPr algn="ctr">
              <a:defRPr sz="938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established</a:t>
            </a:r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B1F2B381-9293-4989-A79D-527703231441}"/>
              </a:ext>
            </a:extLst>
          </p:cNvPr>
          <p:cNvSpPr>
            <a:spLocks noGrp="1"/>
          </p:cNvSpPr>
          <p:nvPr/>
        </p:nvSpPr>
        <p:spPr>
          <a:xfrm>
            <a:off x="8667750" y="6572250"/>
            <a:ext cx="152400" cy="152400"/>
          </a:xfrm>
          <a:prstGeom prst="ellipse">
            <a:avLst/>
          </a:prstGeom>
          <a:solidFill>
            <a:srgbClr val="1D5A78"/>
          </a:solidFill>
          <a:ln w="11430">
            <a:solidFill>
              <a:srgbClr val="FCFBF8"/>
            </a:solidFill>
            <a:prstDash val="solid"/>
          </a:ln>
        </p:spPr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5E8DBC5E-F3FB-4D83-8AB8-3E56B6A819DB}"/>
              </a:ext>
            </a:extLst>
          </p:cNvPr>
          <p:cNvSpPr>
            <a:spLocks noGrp="1"/>
          </p:cNvSpPr>
          <p:nvPr/>
        </p:nvSpPr>
        <p:spPr>
          <a:xfrm>
            <a:off x="8261985" y="6781800"/>
            <a:ext cx="9906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938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message</a:t>
            </a:r>
          </a:p>
          <a:p>
            <a:pPr algn="ctr">
              <a:defRPr sz="938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generation</a:t>
            </a:r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294329A5-5D36-497E-A934-98654417F89B}"/>
              </a:ext>
            </a:extLst>
          </p:cNvPr>
          <p:cNvSpPr>
            <a:spLocks noGrp="1"/>
          </p:cNvSpPr>
          <p:nvPr/>
        </p:nvSpPr>
        <p:spPr>
          <a:xfrm>
            <a:off x="9296400" y="6572250"/>
            <a:ext cx="152400" cy="152400"/>
          </a:xfrm>
          <a:prstGeom prst="ellipse">
            <a:avLst/>
          </a:prstGeom>
          <a:solidFill>
            <a:srgbClr val="1D5A78"/>
          </a:solidFill>
          <a:ln w="11430">
            <a:solidFill>
              <a:srgbClr val="FCFBF8"/>
            </a:solidFill>
            <a:prstDash val="solid"/>
          </a:ln>
        </p:spPr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00FCEBA3-C0A4-4593-B608-8F2F28CBEB58}"/>
              </a:ext>
            </a:extLst>
          </p:cNvPr>
          <p:cNvSpPr>
            <a:spLocks noGrp="1"/>
          </p:cNvSpPr>
          <p:nvPr/>
        </p:nvSpPr>
        <p:spPr>
          <a:xfrm>
            <a:off x="8863013" y="6791325"/>
            <a:ext cx="990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938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message</a:t>
            </a:r>
          </a:p>
          <a:p>
            <a:pPr algn="ctr">
              <a:defRPr sz="938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sent</a:t>
            </a:r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F544F1A6-6739-48FA-8EE3-9290868A2184}"/>
              </a:ext>
            </a:extLst>
          </p:cNvPr>
          <p:cNvSpPr>
            <a:spLocks noGrp="1"/>
          </p:cNvSpPr>
          <p:nvPr/>
        </p:nvSpPr>
        <p:spPr>
          <a:xfrm>
            <a:off x="9925050" y="6572250"/>
            <a:ext cx="152400" cy="152400"/>
          </a:xfrm>
          <a:prstGeom prst="ellipse">
            <a:avLst/>
          </a:prstGeom>
          <a:solidFill>
            <a:srgbClr val="1D5A78"/>
          </a:solidFill>
          <a:ln w="11430">
            <a:solidFill>
              <a:srgbClr val="FCFBF8"/>
            </a:solidFill>
            <a:prstDash val="solid"/>
          </a:ln>
        </p:spPr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035A9B3F-4311-47C6-BED4-B9CAC7117741}"/>
              </a:ext>
            </a:extLst>
          </p:cNvPr>
          <p:cNvSpPr>
            <a:spLocks noGrp="1"/>
          </p:cNvSpPr>
          <p:nvPr/>
        </p:nvSpPr>
        <p:spPr>
          <a:xfrm>
            <a:off x="9496425" y="6816725"/>
            <a:ext cx="990600" cy="365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lnSpcReduction="10000"/>
          </a:bodyPr>
          <a:lstStyle/>
          <a:p>
            <a:pPr algn="ctr">
              <a:defRPr sz="938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delivered</a:t>
            </a:r>
          </a:p>
          <a:p>
            <a:pPr algn="ctr">
              <a:defRPr sz="938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v</a:t>
            </a:r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60CD771D-D45E-4162-B1E1-CE95653FF378}"/>
              </a:ext>
            </a:extLst>
          </p:cNvPr>
          <p:cNvSpPr>
            <a:spLocks noGrp="1"/>
          </p:cNvSpPr>
          <p:nvPr/>
        </p:nvSpPr>
        <p:spPr>
          <a:xfrm>
            <a:off x="10544175" y="6572250"/>
            <a:ext cx="152400" cy="152400"/>
          </a:xfrm>
          <a:prstGeom prst="ellipse">
            <a:avLst/>
          </a:prstGeom>
          <a:solidFill>
            <a:srgbClr val="1D5A78"/>
          </a:solidFill>
          <a:ln w="11430">
            <a:solidFill>
              <a:srgbClr val="FCFBF8"/>
            </a:solidFill>
            <a:prstDash val="solid"/>
          </a:ln>
        </p:spPr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7AE7A629-8CF7-44A3-803B-525AC7F0833D}"/>
              </a:ext>
            </a:extLst>
          </p:cNvPr>
          <p:cNvSpPr>
            <a:spLocks noGrp="1"/>
          </p:cNvSpPr>
          <p:nvPr/>
        </p:nvSpPr>
        <p:spPr>
          <a:xfrm>
            <a:off x="10128885" y="6781800"/>
            <a:ext cx="9906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938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adopted</a:t>
            </a:r>
          </a:p>
          <a:p>
            <a:pPr algn="ctr">
              <a:defRPr sz="938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v</a:t>
            </a:r>
          </a:p>
        </p:txBody>
      </p:sp>
      <p:sp>
        <p:nvSpPr>
          <p:cNvPr id="130" name="椭圆 129">
            <a:extLst>
              <a:ext uri="{FF2B5EF4-FFF2-40B4-BE49-F238E27FC236}">
                <a16:creationId xmlns:a16="http://schemas.microsoft.com/office/drawing/2014/main" id="{C24DE334-3540-43B9-927C-C74AF3A9A5A9}"/>
              </a:ext>
            </a:extLst>
          </p:cNvPr>
          <p:cNvSpPr>
            <a:spLocks noGrp="1"/>
          </p:cNvSpPr>
          <p:nvPr/>
        </p:nvSpPr>
        <p:spPr>
          <a:xfrm>
            <a:off x="11344275" y="6572250"/>
            <a:ext cx="152400" cy="152400"/>
          </a:xfrm>
          <a:prstGeom prst="ellipse">
            <a:avLst/>
          </a:prstGeom>
          <a:solidFill>
            <a:srgbClr val="1D5A78"/>
          </a:solidFill>
          <a:ln w="11430">
            <a:solidFill>
              <a:srgbClr val="FCFBF8"/>
            </a:solidFill>
            <a:prstDash val="solid"/>
          </a:ln>
        </p:spPr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4EBE2DB5-0FA3-409E-989D-79A360D921A6}"/>
              </a:ext>
            </a:extLst>
          </p:cNvPr>
          <p:cNvSpPr>
            <a:spLocks noGrp="1"/>
          </p:cNvSpPr>
          <p:nvPr/>
        </p:nvSpPr>
        <p:spPr>
          <a:xfrm>
            <a:off x="10864215" y="6781800"/>
            <a:ext cx="131254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algn="ctr">
              <a:defRPr sz="938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earliest attributable</a:t>
            </a:r>
          </a:p>
          <a:p>
            <a:pPr algn="ctr">
              <a:defRPr sz="938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information-induced</a:t>
            </a:r>
          </a:p>
          <a:p>
            <a:pPr algn="ctr">
              <a:defRPr sz="938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</a:t>
            </a:r>
          </a:p>
          <a:p>
            <a:pPr algn="ctr">
              <a:defRPr sz="938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(in target region)</a:t>
            </a:r>
          </a:p>
        </p:txBody>
      </p:sp>
      <p:sp>
        <p:nvSpPr>
          <p:cNvPr id="133" name="椭圆 132">
            <a:extLst>
              <a:ext uri="{FF2B5EF4-FFF2-40B4-BE49-F238E27FC236}">
                <a16:creationId xmlns:a16="http://schemas.microsoft.com/office/drawing/2014/main" id="{CBA9BBCC-8EDF-4B9A-A17C-2B8CD0E51D32}"/>
              </a:ext>
            </a:extLst>
          </p:cNvPr>
          <p:cNvSpPr>
            <a:spLocks noGrp="1"/>
          </p:cNvSpPr>
          <p:nvPr/>
        </p:nvSpPr>
        <p:spPr>
          <a:xfrm>
            <a:off x="12630150" y="6572250"/>
            <a:ext cx="152400" cy="152400"/>
          </a:xfrm>
          <a:prstGeom prst="ellipse">
            <a:avLst/>
          </a:prstGeom>
          <a:solidFill>
            <a:srgbClr val="A9502D"/>
          </a:solidFill>
          <a:ln w="11430">
            <a:solidFill>
              <a:srgbClr val="FCFBF8"/>
            </a:solidFill>
            <a:prstDash val="solid"/>
          </a:ln>
        </p:spPr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AB0603FD-03A8-42C3-9A12-BFEEEA5DFDFE}"/>
              </a:ext>
            </a:extLst>
          </p:cNvPr>
          <p:cNvSpPr>
            <a:spLocks noGrp="1"/>
          </p:cNvSpPr>
          <p:nvPr/>
        </p:nvSpPr>
        <p:spPr>
          <a:xfrm>
            <a:off x="12150090" y="6781800"/>
            <a:ext cx="119634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algn="ctr">
              <a:defRPr sz="938" b="0" i="0">
                <a:solidFill>
                  <a:srgbClr val="A9502D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A950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earliest attributable</a:t>
            </a:r>
          </a:p>
          <a:p>
            <a:pPr algn="ctr">
              <a:defRPr sz="938" b="0" i="0">
                <a:solidFill>
                  <a:srgbClr val="A9502D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A950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physical response</a:t>
            </a:r>
          </a:p>
          <a:p>
            <a:pPr algn="ctr">
              <a:defRPr sz="938" b="0" i="0">
                <a:solidFill>
                  <a:srgbClr val="A9502D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A950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(in target region)</a:t>
            </a: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46057E05-26D2-4760-8845-814CDE283DCB}"/>
              </a:ext>
            </a:extLst>
          </p:cNvPr>
          <p:cNvSpPr>
            <a:spLocks noGrp="1"/>
          </p:cNvSpPr>
          <p:nvPr/>
        </p:nvSpPr>
        <p:spPr>
          <a:xfrm>
            <a:off x="13239749" y="648652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</a:t>
            </a: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97F384C1-AEFC-463D-BEC4-FED00DB2294D}"/>
              </a:ext>
            </a:extLst>
          </p:cNvPr>
          <p:cNvSpPr>
            <a:spLocks noGrp="1"/>
          </p:cNvSpPr>
          <p:nvPr/>
        </p:nvSpPr>
        <p:spPr>
          <a:xfrm>
            <a:off x="7143750" y="7505700"/>
            <a:ext cx="3009900" cy="457200"/>
          </a:xfrm>
          <a:prstGeom prst="roundRect">
            <a:avLst>
              <a:gd name="adj" fmla="val 10417"/>
            </a:avLst>
          </a:prstGeom>
          <a:solidFill>
            <a:srgbClr val="FCFBF8"/>
          </a:solidFill>
          <a:ln w="11430">
            <a:solidFill>
              <a:srgbClr val="51A7EA"/>
            </a:solidFill>
            <a:prstDash val="solid"/>
          </a:ln>
        </p:spPr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AECCD34C-ADD3-45E8-8103-E8517CCBC736}"/>
              </a:ext>
            </a:extLst>
          </p:cNvPr>
          <p:cNvSpPr>
            <a:spLocks noGrp="1"/>
          </p:cNvSpPr>
          <p:nvPr/>
        </p:nvSpPr>
        <p:spPr>
          <a:xfrm>
            <a:off x="7239000" y="7553325"/>
            <a:ext cx="2819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725" b="0" i="1">
                <a:solidFill>
                  <a:srgbClr val="1D5A78"/>
                </a:solidFill>
                <a:latin typeface="Cambria"/>
                <a:ea typeface="Cambria"/>
                <a:cs typeface="Cambria"/>
              </a:defRPr>
            </a:pPr>
            <a:r>
              <a:rPr sz="1725" b="0" i="1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</a:p>
        </p:txBody>
      </p:sp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B3DE89BE-DFAA-4D43-A2AE-CDB3ED259E43}"/>
              </a:ext>
            </a:extLst>
          </p:cNvPr>
          <p:cNvSpPr>
            <a:spLocks noGrp="1"/>
          </p:cNvSpPr>
          <p:nvPr/>
        </p:nvSpPr>
        <p:spPr>
          <a:xfrm>
            <a:off x="10201275" y="7505700"/>
            <a:ext cx="3105150" cy="457200"/>
          </a:xfrm>
          <a:prstGeom prst="roundRect">
            <a:avLst>
              <a:gd name="adj" fmla="val 10417"/>
            </a:avLst>
          </a:prstGeom>
          <a:solidFill>
            <a:srgbClr val="FCFBF8"/>
          </a:solidFill>
          <a:ln w="11430">
            <a:solidFill>
              <a:srgbClr val="51A7EA"/>
            </a:solidFill>
            <a:prstDash val="solid"/>
          </a:ln>
        </p:spPr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E1286C9F-ACB8-4D3C-9CE1-7FE29C11EFF6}"/>
              </a:ext>
            </a:extLst>
          </p:cNvPr>
          <p:cNvSpPr>
            <a:spLocks noGrp="1"/>
          </p:cNvSpPr>
          <p:nvPr/>
        </p:nvSpPr>
        <p:spPr>
          <a:xfrm>
            <a:off x="10287000" y="7553325"/>
            <a:ext cx="2619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0" i="1">
                <a:solidFill>
                  <a:srgbClr val="1D5A78"/>
                </a:solidFill>
                <a:latin typeface="Cambria"/>
                <a:ea typeface="Cambria"/>
                <a:cs typeface="Cambria"/>
              </a:defRPr>
            </a:pPr>
            <a:r>
              <a:rPr sz="1425" b="0" i="1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US" sz="1425" b="0" i="1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</a:t>
            </a:r>
            <a:r>
              <a:rPr sz="1425" b="0" i="1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lang="en-US" sz="1425" b="0" i="1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endParaRPr sz="1425" b="0" i="1">
              <a:solidFill>
                <a:srgbClr val="1D5A7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18D66AE6-7B14-47CA-9BCE-AD379658D876}"/>
              </a:ext>
            </a:extLst>
          </p:cNvPr>
          <p:cNvSpPr>
            <a:spLocks noGrp="1"/>
          </p:cNvSpPr>
          <p:nvPr/>
        </p:nvSpPr>
        <p:spPr>
          <a:xfrm>
            <a:off x="7829550" y="7981950"/>
            <a:ext cx="4953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Compares earliest attributable information-induced response</a:t>
            </a:r>
          </a:p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earliest attributable physical response in the target region.</a:t>
            </a:r>
          </a:p>
        </p:txBody>
      </p:sp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9AC375D6-5C2C-4129-97DC-32A03A61DAC3}"/>
              </a:ext>
            </a:extLst>
          </p:cNvPr>
          <p:cNvSpPr>
            <a:spLocks noGrp="1"/>
          </p:cNvSpPr>
          <p:nvPr/>
        </p:nvSpPr>
        <p:spPr>
          <a:xfrm>
            <a:off x="6800850" y="8458200"/>
            <a:ext cx="6800850" cy="1685925"/>
          </a:xfrm>
          <a:prstGeom prst="roundRect">
            <a:avLst>
              <a:gd name="adj" fmla="val 3955"/>
            </a:avLst>
          </a:prstGeom>
          <a:solidFill>
            <a:srgbClr val="E8EEE9"/>
          </a:solidFill>
          <a:ln w="20955">
            <a:solidFill>
              <a:srgbClr val="2E6A51"/>
            </a:solidFill>
            <a:prstDash val="solid"/>
          </a:ln>
        </p:spPr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888F4501-F325-4531-8175-C3487FCEAAE4}"/>
              </a:ext>
            </a:extLst>
          </p:cNvPr>
          <p:cNvSpPr>
            <a:spLocks noGrp="1"/>
          </p:cNvSpPr>
          <p:nvPr/>
        </p:nvSpPr>
        <p:spPr>
          <a:xfrm>
            <a:off x="6934200" y="8496300"/>
            <a:ext cx="609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425" b="1" i="0">
                <a:solidFill>
                  <a:srgbClr val="2E6A51"/>
                </a:solidFill>
                <a:latin typeface="Arial"/>
                <a:ea typeface="Arial"/>
                <a:cs typeface="Arial"/>
              </a:defRPr>
            </a:pPr>
            <a:endParaRPr sz="1425" b="1" i="0">
              <a:solidFill>
                <a:srgbClr val="2E6A5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A9D735CB-36D3-4233-87B0-E74518459860}"/>
              </a:ext>
            </a:extLst>
          </p:cNvPr>
          <p:cNvSpPr>
            <a:spLocks noGrp="1"/>
          </p:cNvSpPr>
          <p:nvPr/>
        </p:nvSpPr>
        <p:spPr>
          <a:xfrm>
            <a:off x="6915150" y="8788400"/>
            <a:ext cx="2362200" cy="898525"/>
          </a:xfrm>
          <a:prstGeom prst="roundRect">
            <a:avLst>
              <a:gd name="adj" fmla="val 6977"/>
            </a:avLst>
          </a:prstGeom>
          <a:solidFill>
            <a:srgbClr val="FCFBF8"/>
          </a:solidFill>
          <a:ln w="9525">
            <a:solidFill>
              <a:srgbClr val="86CFE9"/>
            </a:solidFill>
            <a:prstDash val="solid"/>
          </a:ln>
        </p:spPr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442785E7-A420-425E-A190-924CFE901372}"/>
              </a:ext>
            </a:extLst>
          </p:cNvPr>
          <p:cNvSpPr>
            <a:spLocks noGrp="1"/>
          </p:cNvSpPr>
          <p:nvPr/>
        </p:nvSpPr>
        <p:spPr>
          <a:xfrm>
            <a:off x="7019925" y="8877300"/>
            <a:ext cx="21526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088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Pre-specified early-risk window</a:t>
            </a:r>
          </a:p>
          <a:p>
            <a:pPr algn="ctr">
              <a:defRPr sz="1088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(same in all four matched runs)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157B14A6-881B-4677-A4CA-F4AC02532F7D}"/>
              </a:ext>
            </a:extLst>
          </p:cNvPr>
          <p:cNvSpPr>
            <a:spLocks noGrp="1"/>
          </p:cNvSpPr>
          <p:nvPr/>
        </p:nvSpPr>
        <p:spPr>
          <a:xfrm>
            <a:off x="7181850" y="92392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650" b="0" i="1">
                <a:solidFill>
                  <a:srgbClr val="2E6A51"/>
                </a:solidFill>
                <a:latin typeface="Cambria"/>
                <a:ea typeface="Cambria"/>
                <a:cs typeface="Cambria"/>
              </a:defRPr>
            </a:pPr>
            <a:r>
              <a:rPr sz="1650">
                <a:solidFill>
                  <a:srgbClr val="2E6A5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⊆</a:t>
            </a:r>
          </a:p>
        </p:txBody>
      </p:sp>
      <p:sp>
        <p:nvSpPr>
          <p:cNvPr id="150" name="矩形: 圆角 149">
            <a:extLst>
              <a:ext uri="{FF2B5EF4-FFF2-40B4-BE49-F238E27FC236}">
                <a16:creationId xmlns:a16="http://schemas.microsoft.com/office/drawing/2014/main" id="{8AAE2395-EA6A-4D88-9B13-C2875D556B30}"/>
              </a:ext>
            </a:extLst>
          </p:cNvPr>
          <p:cNvSpPr>
            <a:spLocks noGrp="1"/>
          </p:cNvSpPr>
          <p:nvPr/>
        </p:nvSpPr>
        <p:spPr>
          <a:xfrm>
            <a:off x="9363075" y="8796338"/>
            <a:ext cx="4048125" cy="900111"/>
          </a:xfrm>
          <a:prstGeom prst="roundRect">
            <a:avLst>
              <a:gd name="adj" fmla="val 6977"/>
            </a:avLst>
          </a:prstGeom>
          <a:solidFill>
            <a:srgbClr val="DDF2DF"/>
          </a:solidFill>
          <a:ln w="9525">
            <a:solidFill>
              <a:srgbClr val="B5DBBB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5878BBF5-5D1D-4038-91DB-C270A153F8C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667875" y="8911590"/>
                <a:ext cx="3486149" cy="6858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Autofit/>
              </a:bodyPr>
              <a:lstStyle/>
              <a:p>
                <a:pPr algn="ctr">
                  <a:defRPr sz="1275" b="0" i="1">
                    <a:solidFill>
                      <a:srgbClr val="2E6A51"/>
                    </a:solidFill>
                    <a:latin typeface="Cambria"/>
                    <a:ea typeface="Cambria"/>
                    <a:cs typeface="Cambria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14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𝜔</m:t>
                          </m:r>
                        </m:sub>
                        <m:sup>
                          <m:r>
                            <a:rPr lang="en-US" altLang="zh-CN" sz="14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𝑁𝐿</m:t>
                          </m:r>
                          <m:r>
                            <a:rPr lang="en-US" altLang="zh-CN" sz="14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,</m:t>
                          </m:r>
                          <m:r>
                            <a:rPr lang="en-US" altLang="zh-CN" sz="14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𝑝𝑟𝑒𝑝</m:t>
                          </m:r>
                          <m:r>
                            <a:rPr lang="en-US" altLang="zh-CN" sz="14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h</m:t>
                          </m:r>
                          <m:r>
                            <a:rPr lang="en-US" altLang="zh-CN" sz="14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𝑦</m:t>
                          </m:r>
                        </m:sup>
                      </m:sSubSup>
                      <m:r>
                        <a:rPr lang="en-US" altLang="zh-CN" sz="1400" b="0" i="1" smtClean="0">
                          <a:solidFill>
                            <a:srgbClr val="2E6A5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2E6A5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0" i="1" smtClean="0">
                                  <a:solidFill>
                                    <a:srgbClr val="2E6A5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2E6A5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𝜔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𝑡𝑔𝑡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𝑝𝑟𝑒𝑝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h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𝑦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1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14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2E6A5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0" i="1" smtClean="0">
                                  <a:solidFill>
                                    <a:srgbClr val="2E6A5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2E6A5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𝜔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𝑡𝑔𝑡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𝑝𝑟𝑒𝑝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h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𝑦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1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altLang="zh-CN" sz="1400" b="0" i="1" smtClean="0">
                          <a:solidFill>
                            <a:srgbClr val="2E6A5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2E6A5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0" i="1" smtClean="0">
                                  <a:solidFill>
                                    <a:srgbClr val="2E6A5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2E6A5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𝜔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𝑡𝑔𝑡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𝑝𝑟𝑒𝑝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h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𝑦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0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14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2E6A5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0" i="1" smtClean="0">
                                  <a:solidFill>
                                    <a:srgbClr val="2E6A5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2E6A5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𝜔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𝑡𝑔𝑡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𝑝𝑟𝑒𝑝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h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𝑦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0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sz="1400" b="0" i="1">
                  <a:solidFill>
                    <a:srgbClr val="2E6A5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5878BBF5-5D1D-4038-91DB-C270A153F8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7875" y="8911590"/>
                <a:ext cx="3486149" cy="685800"/>
              </a:xfrm>
              <a:prstGeom prst="rect">
                <a:avLst/>
              </a:prstGeom>
              <a:blipFill>
                <a:blip r:embed="rId10"/>
                <a:stretch>
                  <a:fillRect t="-14286" b="-16071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矩形 151">
            <a:extLst>
              <a:ext uri="{FF2B5EF4-FFF2-40B4-BE49-F238E27FC236}">
                <a16:creationId xmlns:a16="http://schemas.microsoft.com/office/drawing/2014/main" id="{88231B31-4895-4F57-9D3C-51E23CEFCE42}"/>
              </a:ext>
            </a:extLst>
          </p:cNvPr>
          <p:cNvSpPr>
            <a:spLocks noGrp="1"/>
          </p:cNvSpPr>
          <p:nvPr/>
        </p:nvSpPr>
        <p:spPr>
          <a:xfrm>
            <a:off x="7296151" y="9686925"/>
            <a:ext cx="6010274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Tests whether the regional risk interaction is already present in the pre-specified</a:t>
            </a:r>
          </a:p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 window before ordinary physical propagation affects target-risk formation.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1925C65-F2FD-326B-299F-054CF3E2E1EA}"/>
              </a:ext>
            </a:extLst>
          </p:cNvPr>
          <p:cNvSpPr txBox="1"/>
          <p:nvPr/>
        </p:nvSpPr>
        <p:spPr>
          <a:xfrm>
            <a:off x="4847770" y="1111250"/>
            <a:ext cx="2886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Information channel (opn)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0452F8F-5CD2-8C9D-AE20-D032422ACA16}"/>
              </a:ext>
            </a:extLst>
          </p:cNvPr>
          <p:cNvSpPr txBox="1"/>
          <p:nvPr/>
        </p:nvSpPr>
        <p:spPr>
          <a:xfrm>
            <a:off x="3790950" y="1404719"/>
            <a:ext cx="2533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i="1">
                <a:solidFill>
                  <a:srgbClr val="0070C0"/>
                </a:solidFill>
              </a:rPr>
              <a:t>opn = 0</a:t>
            </a:r>
          </a:p>
          <a:p>
            <a:pPr algn="ctr"/>
            <a:r>
              <a:rPr lang="en-US" altLang="zh-CN"/>
              <a:t>(channel closed)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36E48E2-4463-D5F8-0728-786BB72135D9}"/>
              </a:ext>
            </a:extLst>
          </p:cNvPr>
          <p:cNvSpPr txBox="1"/>
          <p:nvPr/>
        </p:nvSpPr>
        <p:spPr>
          <a:xfrm>
            <a:off x="6457950" y="1398369"/>
            <a:ext cx="2533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i="1">
                <a:solidFill>
                  <a:srgbClr val="0070C0"/>
                </a:solidFill>
              </a:rPr>
              <a:t>opn = 1</a:t>
            </a:r>
          </a:p>
          <a:p>
            <a:pPr algn="ctr"/>
            <a:r>
              <a:rPr lang="en-US" altLang="zh-CN"/>
              <a:t>(channel open)</a:t>
            </a: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7B016316-06E4-5375-7D43-AF6FD1B6D611}"/>
              </a:ext>
            </a:extLst>
          </p:cNvPr>
          <p:cNvSpPr txBox="1"/>
          <p:nvPr/>
        </p:nvSpPr>
        <p:spPr>
          <a:xfrm>
            <a:off x="1933575" y="2057400"/>
            <a:ext cx="1809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i="1">
                <a:solidFill>
                  <a:srgbClr val="0070C0"/>
                </a:solidFill>
              </a:rPr>
              <a:t>scr = 0</a:t>
            </a:r>
          </a:p>
          <a:p>
            <a:pPr algn="ctr"/>
            <a:r>
              <a:rPr lang="en-US" altLang="zh-CN"/>
              <a:t>(source-risk</a:t>
            </a:r>
          </a:p>
          <a:p>
            <a:pPr algn="ctr"/>
            <a:r>
              <a:rPr lang="en-US" altLang="zh-CN"/>
              <a:t>treatment absent)</a:t>
            </a:r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D3D0AD89-6AD7-573D-693C-F9EB6EF1C557}"/>
              </a:ext>
            </a:extLst>
          </p:cNvPr>
          <p:cNvSpPr txBox="1"/>
          <p:nvPr/>
        </p:nvSpPr>
        <p:spPr>
          <a:xfrm>
            <a:off x="1828800" y="2995457"/>
            <a:ext cx="2000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i="1">
                <a:solidFill>
                  <a:srgbClr val="0070C0"/>
                </a:solidFill>
              </a:rPr>
              <a:t>scr = 1</a:t>
            </a:r>
          </a:p>
          <a:p>
            <a:pPr algn="ctr"/>
            <a:r>
              <a:rPr lang="en-US" altLang="zh-CN"/>
              <a:t>(source-risk</a:t>
            </a:r>
          </a:p>
          <a:p>
            <a:pPr algn="ctr"/>
            <a:r>
              <a:rPr lang="en-US" altLang="zh-CN"/>
              <a:t>treatment applied)</a:t>
            </a:r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7C3C6F4A-3773-C515-2CC2-59100543799A}"/>
              </a:ext>
            </a:extLst>
          </p:cNvPr>
          <p:cNvSpPr txBox="1"/>
          <p:nvPr/>
        </p:nvSpPr>
        <p:spPr>
          <a:xfrm>
            <a:off x="428625" y="2330450"/>
            <a:ext cx="1314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/>
              <a:t>Source-risk</a:t>
            </a:r>
          </a:p>
          <a:p>
            <a:pPr algn="ctr"/>
            <a:r>
              <a:rPr lang="en-US" altLang="zh-CN" b="1"/>
              <a:t>treatment</a:t>
            </a:r>
          </a:p>
          <a:p>
            <a:pPr algn="ctr"/>
            <a:r>
              <a:rPr lang="en-US" altLang="zh-CN" b="1"/>
              <a:t>(scr)</a:t>
            </a:r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9EE653CC-D0BF-1082-29E7-AB09067C1ED7}"/>
              </a:ext>
            </a:extLst>
          </p:cNvPr>
          <p:cNvSpPr txBox="1"/>
          <p:nvPr/>
        </p:nvSpPr>
        <p:spPr>
          <a:xfrm>
            <a:off x="316708" y="4410075"/>
            <a:ext cx="1790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0070C0"/>
                </a:solidFill>
              </a:rPr>
              <a:t>Both scenarios:</a:t>
            </a: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ED4BAA84-A4F9-C469-12C1-9DD0F7910681}"/>
              </a:ext>
            </a:extLst>
          </p:cNvPr>
          <p:cNvSpPr txBox="1"/>
          <p:nvPr/>
        </p:nvSpPr>
        <p:spPr>
          <a:xfrm>
            <a:off x="9410699" y="1155700"/>
            <a:ext cx="1990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Pairwise contrasts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E86DCF8E-6C6C-F480-D8E8-9EB457B01F34}"/>
                  </a:ext>
                </a:extLst>
              </p:cNvPr>
              <p:cNvSpPr txBox="1"/>
              <p:nvPr/>
            </p:nvSpPr>
            <p:spPr>
              <a:xfrm>
                <a:off x="9667875" y="2313099"/>
                <a:ext cx="704850" cy="476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sub>
                        <m:sup>
                          <m:r>
                            <a:rPr lang="en-US" altLang="zh-CN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𝙞𝙣𝙛𝙤</m:t>
                          </m:r>
                        </m:sup>
                      </m:sSubSup>
                    </m:oMath>
                  </m:oMathPara>
                </a14:m>
                <a:endParaRPr lang="zh-CN" altLang="en-US" sz="2400" b="1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E86DCF8E-6C6C-F480-D8E8-9EB457B01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7875" y="2313099"/>
                <a:ext cx="704850" cy="476028"/>
              </a:xfrm>
              <a:prstGeom prst="rect">
                <a:avLst/>
              </a:prstGeom>
              <a:blipFill>
                <a:blip r:embed="rId11"/>
                <a:stretch>
                  <a:fillRect r="-103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28189024-3169-EB9B-2AE0-F3F06FFB5503}"/>
                  </a:ext>
                </a:extLst>
              </p:cNvPr>
              <p:cNvSpPr txBox="1"/>
              <p:nvPr/>
            </p:nvSpPr>
            <p:spPr>
              <a:xfrm>
                <a:off x="9696450" y="1555067"/>
                <a:ext cx="704850" cy="492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sub>
                        <m:sup>
                          <m:r>
                            <a:rPr lang="en-US" altLang="zh-CN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𝙣𝙚𝙜</m:t>
                          </m:r>
                        </m:sup>
                      </m:sSubSup>
                    </m:oMath>
                  </m:oMathPara>
                </a14:m>
                <a:endParaRPr lang="zh-CN" altLang="en-US" sz="2400" b="1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28189024-3169-EB9B-2AE0-F3F06FFB5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6450" y="1555067"/>
                <a:ext cx="704850" cy="49237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2" name="文本框 191">
            <a:extLst>
              <a:ext uri="{FF2B5EF4-FFF2-40B4-BE49-F238E27FC236}">
                <a16:creationId xmlns:a16="http://schemas.microsoft.com/office/drawing/2014/main" id="{35DEEFBA-7700-BBF4-E18E-0B27DDCA5599}"/>
              </a:ext>
            </a:extLst>
          </p:cNvPr>
          <p:cNvSpPr txBox="1"/>
          <p:nvPr/>
        </p:nvSpPr>
        <p:spPr>
          <a:xfrm>
            <a:off x="400050" y="5734050"/>
            <a:ext cx="601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0070C0"/>
                </a:solidFill>
              </a:rPr>
              <a:t>Four conditions share a common event-time reference</a:t>
            </a:r>
          </a:p>
        </p:txBody>
      </p:sp>
      <p:sp>
        <p:nvSpPr>
          <p:cNvPr id="194" name="右大括号 193">
            <a:extLst>
              <a:ext uri="{FF2B5EF4-FFF2-40B4-BE49-F238E27FC236}">
                <a16:creationId xmlns:a16="http://schemas.microsoft.com/office/drawing/2014/main" id="{D2F39C7D-40D4-DC5A-1C76-2C0C92B76A2F}"/>
              </a:ext>
            </a:extLst>
          </p:cNvPr>
          <p:cNvSpPr/>
          <p:nvPr/>
        </p:nvSpPr>
        <p:spPr>
          <a:xfrm>
            <a:off x="4667250" y="6105525"/>
            <a:ext cx="190500" cy="1219200"/>
          </a:xfrm>
          <a:prstGeom prst="rightBrace">
            <a:avLst>
              <a:gd name="adj1" fmla="val 8333"/>
              <a:gd name="adj2" fmla="val 50313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文本框 194">
                <a:extLst>
                  <a:ext uri="{FF2B5EF4-FFF2-40B4-BE49-F238E27FC236}">
                    <a16:creationId xmlns:a16="http://schemas.microsoft.com/office/drawing/2014/main" id="{8C699016-5B1B-7FD8-856F-84A0C9A94B1D}"/>
                  </a:ext>
                </a:extLst>
              </p:cNvPr>
              <p:cNvSpPr txBox="1"/>
              <p:nvPr/>
            </p:nvSpPr>
            <p:spPr>
              <a:xfrm>
                <a:off x="3059430" y="6705600"/>
                <a:ext cx="5943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  <m:sup>
                          <m: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  <m:t>𝘦𝘷𝘵</m:t>
                          </m:r>
                        </m:sup>
                      </m:sSubSup>
                    </m:oMath>
                  </m:oMathPara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195" name="文本框 194">
                <a:extLst>
                  <a:ext uri="{FF2B5EF4-FFF2-40B4-BE49-F238E27FC236}">
                    <a16:creationId xmlns:a16="http://schemas.microsoft.com/office/drawing/2014/main" id="{8C699016-5B1B-7FD8-856F-84A0C9A94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430" y="6705600"/>
                <a:ext cx="594360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文本框 196">
                <a:extLst>
                  <a:ext uri="{FF2B5EF4-FFF2-40B4-BE49-F238E27FC236}">
                    <a16:creationId xmlns:a16="http://schemas.microsoft.com/office/drawing/2014/main" id="{A22A0930-89F1-7747-2159-4CDA8D767832}"/>
                  </a:ext>
                </a:extLst>
              </p:cNvPr>
              <p:cNvSpPr txBox="1"/>
              <p:nvPr/>
            </p:nvSpPr>
            <p:spPr>
              <a:xfrm>
                <a:off x="3390900" y="7016115"/>
                <a:ext cx="5943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  <m:sup>
                          <m: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  <m:t>𝘦𝘷𝘵</m:t>
                          </m:r>
                        </m:sup>
                      </m:sSubSup>
                    </m:oMath>
                  </m:oMathPara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197" name="文本框 196">
                <a:extLst>
                  <a:ext uri="{FF2B5EF4-FFF2-40B4-BE49-F238E27FC236}">
                    <a16:creationId xmlns:a16="http://schemas.microsoft.com/office/drawing/2014/main" id="{A22A0930-89F1-7747-2159-4CDA8D767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900" y="7016115"/>
                <a:ext cx="594360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文本框 197">
                <a:extLst>
                  <a:ext uri="{FF2B5EF4-FFF2-40B4-BE49-F238E27FC236}">
                    <a16:creationId xmlns:a16="http://schemas.microsoft.com/office/drawing/2014/main" id="{BFD39C99-9A67-F6F5-47F7-60BA80326EC0}"/>
                  </a:ext>
                </a:extLst>
              </p:cNvPr>
              <p:cNvSpPr txBox="1"/>
              <p:nvPr/>
            </p:nvSpPr>
            <p:spPr>
              <a:xfrm>
                <a:off x="1950720" y="7532042"/>
                <a:ext cx="5943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  <m:sup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𝘦𝘷𝘵</m:t>
                          </m:r>
                        </m:sup>
                      </m:sSubSup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198" name="文本框 197">
                <a:extLst>
                  <a:ext uri="{FF2B5EF4-FFF2-40B4-BE49-F238E27FC236}">
                    <a16:creationId xmlns:a16="http://schemas.microsoft.com/office/drawing/2014/main" id="{BFD39C99-9A67-F6F5-47F7-60BA80326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0720" y="7532042"/>
                <a:ext cx="594360" cy="461665"/>
              </a:xfrm>
              <a:prstGeom prst="rect">
                <a:avLst/>
              </a:prstGeom>
              <a:blipFill>
                <a:blip r:embed="rId15"/>
                <a:stretch>
                  <a:fillRect r="-3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0" name="直接箭头连接符 199">
            <a:extLst>
              <a:ext uri="{FF2B5EF4-FFF2-40B4-BE49-F238E27FC236}">
                <a16:creationId xmlns:a16="http://schemas.microsoft.com/office/drawing/2014/main" id="{12BB8F93-D8C3-2CB6-E618-04A0218F05FF}"/>
              </a:ext>
            </a:extLst>
          </p:cNvPr>
          <p:cNvCxnSpPr>
            <a:cxnSpLocks/>
            <a:endCxn id="82" idx="1"/>
          </p:cNvCxnSpPr>
          <p:nvPr/>
        </p:nvCxnSpPr>
        <p:spPr>
          <a:xfrm>
            <a:off x="5832475" y="8186738"/>
            <a:ext cx="234950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右大括号 203">
            <a:extLst>
              <a:ext uri="{FF2B5EF4-FFF2-40B4-BE49-F238E27FC236}">
                <a16:creationId xmlns:a16="http://schemas.microsoft.com/office/drawing/2014/main" id="{4CFBFBF7-2439-D1F8-AF7C-711A5AFF18B6}"/>
              </a:ext>
            </a:extLst>
          </p:cNvPr>
          <p:cNvSpPr/>
          <p:nvPr/>
        </p:nvSpPr>
        <p:spPr>
          <a:xfrm rot="5400000">
            <a:off x="1226342" y="7541420"/>
            <a:ext cx="214313" cy="1809751"/>
          </a:xfrm>
          <a:prstGeom prst="rightBrace">
            <a:avLst>
              <a:gd name="adj1" fmla="val 41292"/>
              <a:gd name="adj2" fmla="val 49654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6" name="直接连接符 205">
            <a:extLst>
              <a:ext uri="{FF2B5EF4-FFF2-40B4-BE49-F238E27FC236}">
                <a16:creationId xmlns:a16="http://schemas.microsoft.com/office/drawing/2014/main" id="{6A43A712-8A85-A177-79F2-EA3577C478F4}"/>
              </a:ext>
            </a:extLst>
          </p:cNvPr>
          <p:cNvCxnSpPr/>
          <p:nvPr/>
        </p:nvCxnSpPr>
        <p:spPr>
          <a:xfrm>
            <a:off x="2247900" y="8001000"/>
            <a:ext cx="0" cy="309563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椭圆 78">
            <a:extLst>
              <a:ext uri="{FF2B5EF4-FFF2-40B4-BE49-F238E27FC236}">
                <a16:creationId xmlns:a16="http://schemas.microsoft.com/office/drawing/2014/main" id="{1DCE5FB0-5D58-4F9E-A538-6BC33E1220B8}"/>
              </a:ext>
            </a:extLst>
          </p:cNvPr>
          <p:cNvSpPr>
            <a:spLocks noGrp="1"/>
          </p:cNvSpPr>
          <p:nvPr/>
        </p:nvSpPr>
        <p:spPr>
          <a:xfrm>
            <a:off x="2152650" y="8096250"/>
            <a:ext cx="190500" cy="190500"/>
          </a:xfrm>
          <a:prstGeom prst="ellipse">
            <a:avLst/>
          </a:prstGeom>
          <a:solidFill>
            <a:srgbClr val="29456B"/>
          </a:solidFill>
          <a:ln w="9525">
            <a:solidFill>
              <a:srgbClr val="FCFBF8"/>
            </a:solidFill>
            <a:prstDash val="solid"/>
          </a:ln>
        </p:spPr>
      </p:sp>
      <p:sp>
        <p:nvSpPr>
          <p:cNvPr id="207" name="右大括号 206">
            <a:extLst>
              <a:ext uri="{FF2B5EF4-FFF2-40B4-BE49-F238E27FC236}">
                <a16:creationId xmlns:a16="http://schemas.microsoft.com/office/drawing/2014/main" id="{3697293C-3F97-29DB-174F-D2355B7915BB}"/>
              </a:ext>
            </a:extLst>
          </p:cNvPr>
          <p:cNvSpPr/>
          <p:nvPr/>
        </p:nvSpPr>
        <p:spPr>
          <a:xfrm rot="5400000">
            <a:off x="2789632" y="7814071"/>
            <a:ext cx="219077" cy="1250157"/>
          </a:xfrm>
          <a:prstGeom prst="rightBrace">
            <a:avLst>
              <a:gd name="adj1" fmla="val 41292"/>
              <a:gd name="adj2" fmla="val 49654"/>
            </a:avLst>
          </a:prstGeom>
          <a:ln w="38100">
            <a:solidFill>
              <a:srgbClr val="1D5A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532B8CC8-9070-DC97-2B74-E0FF070C0E3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660458" y="7499350"/>
                <a:ext cx="952500" cy="3429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Autofit/>
              </a:bodyPr>
              <a:lstStyle/>
              <a:p>
                <a:pPr algn="ctr">
                  <a:defRPr sz="1950" b="0" i="1">
                    <a:solidFill>
                      <a:srgbClr val="102A43"/>
                    </a:solidFill>
                    <a:latin typeface="Cambria"/>
                    <a:ea typeface="Cambria"/>
                    <a:cs typeface="Cambria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altLang="zh-CN" sz="24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T</m:t>
                          </m:r>
                        </m:e>
                        <m:sub>
                          <m:r>
                            <a:rPr lang="zh-CN" altLang="ar-AE" sz="24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𝜔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prephy</m:t>
                          </m:r>
                        </m:sup>
                      </m:sSubSup>
                    </m:oMath>
                  </m:oMathPara>
                </a14:m>
                <a:endParaRPr lang="ar-AE" sz="2400" b="0" i="1">
                  <a:solidFill>
                    <a:srgbClr val="2E6A5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532B8CC8-9070-DC97-2B74-E0FF070C0E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458" y="7499350"/>
                <a:ext cx="952500" cy="342900"/>
              </a:xfrm>
              <a:prstGeom prst="rect">
                <a:avLst/>
              </a:prstGeom>
              <a:blipFill>
                <a:blip r:embed="rId16"/>
                <a:stretch>
                  <a:fillRect l="-3822" t="-17857" r="-24204" b="-69643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右大括号 38">
            <a:extLst>
              <a:ext uri="{FF2B5EF4-FFF2-40B4-BE49-F238E27FC236}">
                <a16:creationId xmlns:a16="http://schemas.microsoft.com/office/drawing/2014/main" id="{482099E4-619D-E9F2-5B0E-F4C6FE02791D}"/>
              </a:ext>
            </a:extLst>
          </p:cNvPr>
          <p:cNvSpPr/>
          <p:nvPr/>
        </p:nvSpPr>
        <p:spPr>
          <a:xfrm rot="16200000">
            <a:off x="4275771" y="7150416"/>
            <a:ext cx="219077" cy="1722120"/>
          </a:xfrm>
          <a:prstGeom prst="rightBrace">
            <a:avLst>
              <a:gd name="adj1" fmla="val 41292"/>
              <a:gd name="adj2" fmla="val 49654"/>
            </a:avLst>
          </a:prstGeom>
          <a:ln w="38100">
            <a:solidFill>
              <a:srgbClr val="2E6A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03A79B3E-F0AC-27A0-DC05-5DF89B2AE68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327525" y="8615363"/>
                <a:ext cx="952500" cy="3429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Autofit/>
              </a:bodyPr>
              <a:lstStyle/>
              <a:p>
                <a:pPr algn="ctr">
                  <a:defRPr sz="1950" b="0" i="1">
                    <a:solidFill>
                      <a:srgbClr val="102A43"/>
                    </a:solidFill>
                    <a:latin typeface="Cambria"/>
                    <a:ea typeface="Cambria"/>
                    <a:cs typeface="Cambria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T</m:t>
                          </m:r>
                        </m:e>
                        <m:sub>
                          <m:r>
                            <a:rPr lang="zh-CN" altLang="ar-AE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𝜔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out</m:t>
                          </m:r>
                        </m:sup>
                      </m:sSubSup>
                    </m:oMath>
                  </m:oMathPara>
                </a14:m>
                <a:endParaRPr lang="ar-AE" sz="2400" b="0" i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03A79B3E-F0AC-27A0-DC05-5DF89B2AE6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7525" y="8615363"/>
                <a:ext cx="952500" cy="342900"/>
              </a:xfrm>
              <a:prstGeom prst="rect">
                <a:avLst/>
              </a:prstGeom>
              <a:blipFill>
                <a:blip r:embed="rId17"/>
                <a:stretch>
                  <a:fillRect t="-29825" r="-3205" b="-56140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右大括号 80">
            <a:extLst>
              <a:ext uri="{FF2B5EF4-FFF2-40B4-BE49-F238E27FC236}">
                <a16:creationId xmlns:a16="http://schemas.microsoft.com/office/drawing/2014/main" id="{E434243D-D750-FABA-CA21-3DD4F6A6C351}"/>
              </a:ext>
            </a:extLst>
          </p:cNvPr>
          <p:cNvSpPr/>
          <p:nvPr/>
        </p:nvSpPr>
        <p:spPr>
          <a:xfrm rot="5400000">
            <a:off x="4644625" y="7229870"/>
            <a:ext cx="219077" cy="2416970"/>
          </a:xfrm>
          <a:prstGeom prst="rightBrace">
            <a:avLst>
              <a:gd name="adj1" fmla="val 41292"/>
              <a:gd name="adj2" fmla="val 49654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5E335F3-D553-E342-0D67-23316A83C2D8}"/>
              </a:ext>
            </a:extLst>
          </p:cNvPr>
          <p:cNvSpPr txBox="1"/>
          <p:nvPr/>
        </p:nvSpPr>
        <p:spPr>
          <a:xfrm>
            <a:off x="6906260" y="5644634"/>
            <a:ext cx="601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38557A"/>
                </a:solidFill>
              </a:rPr>
              <a:t>Behavioral temporal precedence in (1,1)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92CB50A3-C32A-6DDE-98BD-970C75D437AE}"/>
              </a:ext>
            </a:extLst>
          </p:cNvPr>
          <p:cNvSpPr txBox="1"/>
          <p:nvPr/>
        </p:nvSpPr>
        <p:spPr>
          <a:xfrm>
            <a:off x="6843713" y="8468506"/>
            <a:ext cx="601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 sz="1425" b="1" i="0">
                <a:solidFill>
                  <a:srgbClr val="2E6A51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800" b="1" i="0">
                <a:solidFill>
                  <a:srgbClr val="2E6A5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Risk-level temporal precedence (early four-cell interaction)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F255DC96-6A4C-D0CF-7484-CE820CD6F5AD}"/>
                  </a:ext>
                </a:extLst>
              </p:cNvPr>
              <p:cNvSpPr txBox="1"/>
              <p:nvPr/>
            </p:nvSpPr>
            <p:spPr>
              <a:xfrm>
                <a:off x="6907530" y="6011652"/>
                <a:ext cx="594360" cy="378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A83A3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A83A3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A83A32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sub>
                        <m:sup>
                          <m:r>
                            <a:rPr lang="en-US" altLang="zh-CN" b="1" i="1">
                              <a:solidFill>
                                <a:srgbClr val="A83A32"/>
                              </a:solidFill>
                              <a:latin typeface="Cambria Math" panose="02040503050406030204" pitchFamily="18" charset="0"/>
                            </a:rPr>
                            <m:t>𝒔𝒓𝒄</m:t>
                          </m:r>
                          <m:r>
                            <a:rPr lang="en-US" altLang="zh-CN" b="1" i="1" smtClean="0">
                              <a:solidFill>
                                <a:srgbClr val="A83A3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>
                              <a:solidFill>
                                <a:srgbClr val="A83A32"/>
                              </a:solidFill>
                              <a:latin typeface="Cambria Math" panose="02040503050406030204" pitchFamily="18" charset="0"/>
                            </a:rPr>
                            <m:t>𝒊𝒏𝒕</m:t>
                          </m:r>
                        </m:sup>
                      </m:sSubSup>
                    </m:oMath>
                  </m:oMathPara>
                </a14:m>
                <a:endParaRPr lang="zh-CN" altLang="en-US" b="1" i="1">
                  <a:solidFill>
                    <a:srgbClr val="A83A32"/>
                  </a:solidFill>
                </a:endParaRPr>
              </a:p>
            </p:txBody>
          </p:sp>
        </mc:Choice>
        <mc:Fallback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F255DC96-6A4C-D0CF-7484-CE820CD6F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530" y="6011652"/>
                <a:ext cx="594360" cy="378245"/>
              </a:xfrm>
              <a:prstGeom prst="rect">
                <a:avLst/>
              </a:prstGeom>
              <a:blipFill>
                <a:blip r:embed="rId18"/>
                <a:stretch>
                  <a:fillRect r="-459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927627BB-EE57-0C20-78F1-08AF220A211B}"/>
              </a:ext>
            </a:extLst>
          </p:cNvPr>
          <p:cNvCxnSpPr>
            <a:cxnSpLocks/>
          </p:cNvCxnSpPr>
          <p:nvPr/>
        </p:nvCxnSpPr>
        <p:spPr>
          <a:xfrm flipV="1">
            <a:off x="7211616" y="6486525"/>
            <a:ext cx="0" cy="352424"/>
          </a:xfrm>
          <a:prstGeom prst="line">
            <a:avLst/>
          </a:prstGeom>
          <a:ln>
            <a:solidFill>
              <a:srgbClr val="A83A3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A3854A4C-C7CD-66FE-4FBF-1B44E3F88C12}"/>
                  </a:ext>
                </a:extLst>
              </p:cNvPr>
              <p:cNvSpPr txBox="1"/>
              <p:nvPr/>
            </p:nvSpPr>
            <p:spPr>
              <a:xfrm>
                <a:off x="7742872" y="6028764"/>
                <a:ext cx="594360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ev</m:t>
                          </m:r>
                          <m:r>
                            <m:rPr>
                              <m:sty m:val="p"/>
                            </m:r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</m:oMath>
                  </m:oMathPara>
                </a14:m>
                <a:endParaRPr lang="zh-CN" altLang="en-US" b="1" i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A3854A4C-C7CD-66FE-4FBF-1B44E3F88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2872" y="6028764"/>
                <a:ext cx="594360" cy="37965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9" name="直接连接符 198">
            <a:extLst>
              <a:ext uri="{FF2B5EF4-FFF2-40B4-BE49-F238E27FC236}">
                <a16:creationId xmlns:a16="http://schemas.microsoft.com/office/drawing/2014/main" id="{171AC936-7E09-F3CF-6A4A-7BBB86AFFF19}"/>
              </a:ext>
            </a:extLst>
          </p:cNvPr>
          <p:cNvCxnSpPr>
            <a:cxnSpLocks/>
          </p:cNvCxnSpPr>
          <p:nvPr/>
        </p:nvCxnSpPr>
        <p:spPr>
          <a:xfrm flipV="1">
            <a:off x="8011716" y="6448424"/>
            <a:ext cx="0" cy="352424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文本框 200">
                <a:extLst>
                  <a:ext uri="{FF2B5EF4-FFF2-40B4-BE49-F238E27FC236}">
                    <a16:creationId xmlns:a16="http://schemas.microsoft.com/office/drawing/2014/main" id="{3654EA26-9D8C-D970-6081-5A4CEE1A5ED4}"/>
                  </a:ext>
                </a:extLst>
              </p:cNvPr>
              <p:cNvSpPr txBox="1"/>
              <p:nvPr/>
            </p:nvSpPr>
            <p:spPr>
              <a:xfrm>
                <a:off x="8444865" y="6021705"/>
                <a:ext cx="594360" cy="424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𝒈𝒆𝒏</m:t>
                          </m:r>
                        </m:sup>
                      </m:sSubSup>
                    </m:oMath>
                  </m:oMathPara>
                </a14:m>
                <a:endParaRPr lang="zh-CN" altLang="en-US" b="1" i="1">
                  <a:solidFill>
                    <a:srgbClr val="1D5A78"/>
                  </a:solidFill>
                </a:endParaRPr>
              </a:p>
            </p:txBody>
          </p:sp>
        </mc:Choice>
        <mc:Fallback>
          <p:sp>
            <p:nvSpPr>
              <p:cNvPr id="201" name="文本框 200">
                <a:extLst>
                  <a:ext uri="{FF2B5EF4-FFF2-40B4-BE49-F238E27FC236}">
                    <a16:creationId xmlns:a16="http://schemas.microsoft.com/office/drawing/2014/main" id="{3654EA26-9D8C-D970-6081-5A4CEE1A5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4865" y="6021705"/>
                <a:ext cx="594360" cy="424027"/>
              </a:xfrm>
              <a:prstGeom prst="rect">
                <a:avLst/>
              </a:prstGeom>
              <a:blipFill>
                <a:blip r:embed="rId20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F2BE0230-5901-88FA-B205-F79F2C20E498}"/>
              </a:ext>
            </a:extLst>
          </p:cNvPr>
          <p:cNvCxnSpPr>
            <a:cxnSpLocks/>
          </p:cNvCxnSpPr>
          <p:nvPr/>
        </p:nvCxnSpPr>
        <p:spPr>
          <a:xfrm flipV="1">
            <a:off x="8740378" y="6467474"/>
            <a:ext cx="0" cy="352424"/>
          </a:xfrm>
          <a:prstGeom prst="line">
            <a:avLst/>
          </a:prstGeom>
          <a:ln>
            <a:solidFill>
              <a:srgbClr val="1D5A78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605CEC18-9D8A-45BB-98EA-8948E206A7A9}"/>
                  </a:ext>
                </a:extLst>
              </p:cNvPr>
              <p:cNvSpPr txBox="1"/>
              <p:nvPr/>
            </p:nvSpPr>
            <p:spPr>
              <a:xfrm>
                <a:off x="9058275" y="5999507"/>
                <a:ext cx="594360" cy="4108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𝒔𝒆𝒏𝒅</m:t>
                          </m:r>
                        </m:sup>
                      </m:sSubSup>
                    </m:oMath>
                  </m:oMathPara>
                </a14:m>
                <a:endParaRPr lang="zh-CN" altLang="en-US" b="1" i="1">
                  <a:solidFill>
                    <a:srgbClr val="1D5A78"/>
                  </a:solidFill>
                </a:endParaRPr>
              </a:p>
            </p:txBody>
          </p:sp>
        </mc:Choice>
        <mc:Fallback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605CEC18-9D8A-45BB-98EA-8948E206A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8275" y="5999507"/>
                <a:ext cx="594360" cy="410818"/>
              </a:xfrm>
              <a:prstGeom prst="rect">
                <a:avLst/>
              </a:prstGeom>
              <a:blipFill>
                <a:blip r:embed="rId21"/>
                <a:stretch>
                  <a:fillRect r="-10309" b="-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1" name="直接连接符 210">
            <a:extLst>
              <a:ext uri="{FF2B5EF4-FFF2-40B4-BE49-F238E27FC236}">
                <a16:creationId xmlns:a16="http://schemas.microsoft.com/office/drawing/2014/main" id="{5591E142-539B-60FD-EC95-DE06D04900B2}"/>
              </a:ext>
            </a:extLst>
          </p:cNvPr>
          <p:cNvCxnSpPr>
            <a:cxnSpLocks/>
          </p:cNvCxnSpPr>
          <p:nvPr/>
        </p:nvCxnSpPr>
        <p:spPr>
          <a:xfrm flipV="1">
            <a:off x="9364266" y="6462713"/>
            <a:ext cx="0" cy="352424"/>
          </a:xfrm>
          <a:prstGeom prst="line">
            <a:avLst/>
          </a:prstGeom>
          <a:ln>
            <a:solidFill>
              <a:srgbClr val="1D5A78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2" name="文本框 211">
                <a:extLst>
                  <a:ext uri="{FF2B5EF4-FFF2-40B4-BE49-F238E27FC236}">
                    <a16:creationId xmlns:a16="http://schemas.microsoft.com/office/drawing/2014/main" id="{61546279-1E80-4FDD-0FA5-AC922F027471}"/>
                  </a:ext>
                </a:extLst>
              </p:cNvPr>
              <p:cNvSpPr txBox="1"/>
              <p:nvPr/>
            </p:nvSpPr>
            <p:spPr>
              <a:xfrm>
                <a:off x="9667875" y="5999633"/>
                <a:ext cx="594360" cy="424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𝒅𝒆𝒍</m:t>
                          </m:r>
                        </m:sup>
                      </m:sSubSup>
                    </m:oMath>
                  </m:oMathPara>
                </a14:m>
                <a:endParaRPr lang="zh-CN" altLang="en-US" b="1" i="1">
                  <a:solidFill>
                    <a:srgbClr val="1D5A78"/>
                  </a:solidFill>
                </a:endParaRPr>
              </a:p>
            </p:txBody>
          </p:sp>
        </mc:Choice>
        <mc:Fallback>
          <p:sp>
            <p:nvSpPr>
              <p:cNvPr id="212" name="文本框 211">
                <a:extLst>
                  <a:ext uri="{FF2B5EF4-FFF2-40B4-BE49-F238E27FC236}">
                    <a16:creationId xmlns:a16="http://schemas.microsoft.com/office/drawing/2014/main" id="{61546279-1E80-4FDD-0FA5-AC922F027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7875" y="5999633"/>
                <a:ext cx="594360" cy="42402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3C78EB2D-72D0-5A17-1D9D-48828A007811}"/>
                  </a:ext>
                </a:extLst>
              </p:cNvPr>
              <p:cNvSpPr txBox="1"/>
              <p:nvPr/>
            </p:nvSpPr>
            <p:spPr>
              <a:xfrm>
                <a:off x="10304145" y="5965428"/>
                <a:ext cx="594360" cy="458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𝒂𝒅𝒐𝒑𝒕</m:t>
                          </m:r>
                        </m:sup>
                      </m:sSubSup>
                    </m:oMath>
                  </m:oMathPara>
                </a14:m>
                <a:endParaRPr lang="zh-CN" altLang="en-US" b="1" i="1">
                  <a:solidFill>
                    <a:srgbClr val="1D5A78"/>
                  </a:solidFill>
                </a:endParaRPr>
              </a:p>
            </p:txBody>
          </p:sp>
        </mc:Choice>
        <mc:Fallback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3C78EB2D-72D0-5A17-1D9D-48828A007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4145" y="5965428"/>
                <a:ext cx="594360" cy="458523"/>
              </a:xfrm>
              <a:prstGeom prst="rect">
                <a:avLst/>
              </a:prstGeom>
              <a:blipFill>
                <a:blip r:embed="rId23"/>
                <a:stretch>
                  <a:fillRect r="-27551"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4" name="直接连接符 213">
            <a:extLst>
              <a:ext uri="{FF2B5EF4-FFF2-40B4-BE49-F238E27FC236}">
                <a16:creationId xmlns:a16="http://schemas.microsoft.com/office/drawing/2014/main" id="{B97BDE5E-95EE-890C-F299-25A03E6F619F}"/>
              </a:ext>
            </a:extLst>
          </p:cNvPr>
          <p:cNvCxnSpPr>
            <a:cxnSpLocks/>
          </p:cNvCxnSpPr>
          <p:nvPr/>
        </p:nvCxnSpPr>
        <p:spPr>
          <a:xfrm flipV="1">
            <a:off x="9997678" y="6486524"/>
            <a:ext cx="0" cy="352424"/>
          </a:xfrm>
          <a:prstGeom prst="line">
            <a:avLst/>
          </a:prstGeom>
          <a:ln>
            <a:solidFill>
              <a:srgbClr val="1D5A78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接连接符 214">
            <a:extLst>
              <a:ext uri="{FF2B5EF4-FFF2-40B4-BE49-F238E27FC236}">
                <a16:creationId xmlns:a16="http://schemas.microsoft.com/office/drawing/2014/main" id="{8D7ADEB4-8DF8-148A-BA2A-3546C3FC785D}"/>
              </a:ext>
            </a:extLst>
          </p:cNvPr>
          <p:cNvCxnSpPr>
            <a:cxnSpLocks/>
          </p:cNvCxnSpPr>
          <p:nvPr/>
        </p:nvCxnSpPr>
        <p:spPr>
          <a:xfrm flipV="1">
            <a:off x="10607278" y="6473824"/>
            <a:ext cx="0" cy="352424"/>
          </a:xfrm>
          <a:prstGeom prst="line">
            <a:avLst/>
          </a:prstGeom>
          <a:ln>
            <a:solidFill>
              <a:srgbClr val="1D5A78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6" name="文本框 215">
                <a:extLst>
                  <a:ext uri="{FF2B5EF4-FFF2-40B4-BE49-F238E27FC236}">
                    <a16:creationId xmlns:a16="http://schemas.microsoft.com/office/drawing/2014/main" id="{46500FB0-00BE-869C-A2D6-51E492407CF7}"/>
                  </a:ext>
                </a:extLst>
              </p:cNvPr>
              <p:cNvSpPr txBox="1"/>
              <p:nvPr/>
            </p:nvSpPr>
            <p:spPr>
              <a:xfrm>
                <a:off x="11123295" y="5954966"/>
                <a:ext cx="594360" cy="4267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𝒊𝒏𝒇𝒐</m:t>
                          </m:r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𝒓𝒆𝒔𝒑</m:t>
                          </m:r>
                        </m:sup>
                      </m:sSubSup>
                    </m:oMath>
                  </m:oMathPara>
                </a14:m>
                <a:endParaRPr lang="zh-CN" altLang="en-US" b="1" i="1">
                  <a:solidFill>
                    <a:srgbClr val="1D5A78"/>
                  </a:solidFill>
                </a:endParaRPr>
              </a:p>
            </p:txBody>
          </p:sp>
        </mc:Choice>
        <mc:Fallback>
          <p:sp>
            <p:nvSpPr>
              <p:cNvPr id="216" name="文本框 215">
                <a:extLst>
                  <a:ext uri="{FF2B5EF4-FFF2-40B4-BE49-F238E27FC236}">
                    <a16:creationId xmlns:a16="http://schemas.microsoft.com/office/drawing/2014/main" id="{46500FB0-00BE-869C-A2D6-51E492407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3295" y="5954966"/>
                <a:ext cx="594360" cy="426784"/>
              </a:xfrm>
              <a:prstGeom prst="rect">
                <a:avLst/>
              </a:prstGeom>
              <a:blipFill>
                <a:blip r:embed="rId24"/>
                <a:stretch>
                  <a:fillRect r="-865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7" name="直接连接符 216">
            <a:extLst>
              <a:ext uri="{FF2B5EF4-FFF2-40B4-BE49-F238E27FC236}">
                <a16:creationId xmlns:a16="http://schemas.microsoft.com/office/drawing/2014/main" id="{48156977-B322-9AE8-4C85-BD6B0FC6DB84}"/>
              </a:ext>
            </a:extLst>
          </p:cNvPr>
          <p:cNvCxnSpPr>
            <a:cxnSpLocks/>
          </p:cNvCxnSpPr>
          <p:nvPr/>
        </p:nvCxnSpPr>
        <p:spPr>
          <a:xfrm flipV="1">
            <a:off x="12696825" y="6466204"/>
            <a:ext cx="0" cy="352424"/>
          </a:xfrm>
          <a:prstGeom prst="line">
            <a:avLst/>
          </a:prstGeom>
          <a:ln>
            <a:solidFill>
              <a:srgbClr val="A9502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8" name="文本框 217">
                <a:extLst>
                  <a:ext uri="{FF2B5EF4-FFF2-40B4-BE49-F238E27FC236}">
                    <a16:creationId xmlns:a16="http://schemas.microsoft.com/office/drawing/2014/main" id="{6976CFAF-BD20-40CA-1BD4-2FC9733C0E70}"/>
                  </a:ext>
                </a:extLst>
              </p:cNvPr>
              <p:cNvSpPr txBox="1"/>
              <p:nvPr/>
            </p:nvSpPr>
            <p:spPr>
              <a:xfrm>
                <a:off x="12395835" y="5957338"/>
                <a:ext cx="594360" cy="424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𝒑𝒉𝒚</m:t>
                          </m:r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𝒓𝒆𝒔𝒑</m:t>
                          </m:r>
                        </m:sup>
                      </m:sSubSup>
                    </m:oMath>
                  </m:oMathPara>
                </a14:m>
                <a:endParaRPr lang="zh-CN" altLang="en-US" b="1" i="1">
                  <a:solidFill>
                    <a:srgbClr val="A9502D"/>
                  </a:solidFill>
                </a:endParaRPr>
              </a:p>
            </p:txBody>
          </p:sp>
        </mc:Choice>
        <mc:Fallback>
          <p:sp>
            <p:nvSpPr>
              <p:cNvPr id="218" name="文本框 217">
                <a:extLst>
                  <a:ext uri="{FF2B5EF4-FFF2-40B4-BE49-F238E27FC236}">
                    <a16:creationId xmlns:a16="http://schemas.microsoft.com/office/drawing/2014/main" id="{6976CFAF-BD20-40CA-1BD4-2FC9733C0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5835" y="5957338"/>
                <a:ext cx="594360" cy="424412"/>
              </a:xfrm>
              <a:prstGeom prst="rect">
                <a:avLst/>
              </a:prstGeom>
              <a:blipFill>
                <a:blip r:embed="rId25"/>
                <a:stretch>
                  <a:fillRect r="-765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0D95647A-741B-2EFB-5692-4EB630BBA894}"/>
              </a:ext>
            </a:extLst>
          </p:cNvPr>
          <p:cNvCxnSpPr>
            <a:cxnSpLocks/>
          </p:cNvCxnSpPr>
          <p:nvPr/>
        </p:nvCxnSpPr>
        <p:spPr>
          <a:xfrm flipV="1">
            <a:off x="11426428" y="6435724"/>
            <a:ext cx="0" cy="352424"/>
          </a:xfrm>
          <a:prstGeom prst="line">
            <a:avLst/>
          </a:prstGeom>
          <a:ln>
            <a:solidFill>
              <a:srgbClr val="1D5A78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接箭头连接符 222">
            <a:extLst>
              <a:ext uri="{FF2B5EF4-FFF2-40B4-BE49-F238E27FC236}">
                <a16:creationId xmlns:a16="http://schemas.microsoft.com/office/drawing/2014/main" id="{58D9F513-A296-7728-54EA-800841671155}"/>
              </a:ext>
            </a:extLst>
          </p:cNvPr>
          <p:cNvCxnSpPr/>
          <p:nvPr/>
        </p:nvCxnSpPr>
        <p:spPr>
          <a:xfrm>
            <a:off x="11460480" y="6545580"/>
            <a:ext cx="1215390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箭头连接符 223">
            <a:extLst>
              <a:ext uri="{FF2B5EF4-FFF2-40B4-BE49-F238E27FC236}">
                <a16:creationId xmlns:a16="http://schemas.microsoft.com/office/drawing/2014/main" id="{9E49B9DD-DF87-725A-C591-65FF5376ED5A}"/>
              </a:ext>
            </a:extLst>
          </p:cNvPr>
          <p:cNvCxnSpPr>
            <a:cxnSpLocks/>
          </p:cNvCxnSpPr>
          <p:nvPr/>
        </p:nvCxnSpPr>
        <p:spPr>
          <a:xfrm>
            <a:off x="13055600" y="6651308"/>
            <a:ext cx="234950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5" name="文本框 224">
                <a:extLst>
                  <a:ext uri="{FF2B5EF4-FFF2-40B4-BE49-F238E27FC236}">
                    <a16:creationId xmlns:a16="http://schemas.microsoft.com/office/drawing/2014/main" id="{6EF490A6-699F-A7B4-740F-F7B08CDDA36F}"/>
                  </a:ext>
                </a:extLst>
              </p:cNvPr>
              <p:cNvSpPr txBox="1"/>
              <p:nvPr/>
            </p:nvSpPr>
            <p:spPr>
              <a:xfrm>
                <a:off x="11727180" y="6169732"/>
                <a:ext cx="594360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𝒍𝒆𝒂𝒅</m:t>
                          </m:r>
                        </m:sup>
                      </m:sSubSup>
                    </m:oMath>
                  </m:oMathPara>
                </a14:m>
                <a:endParaRPr lang="zh-CN" altLang="en-US" b="1" i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25" name="文本框 224">
                <a:extLst>
                  <a:ext uri="{FF2B5EF4-FFF2-40B4-BE49-F238E27FC236}">
                    <a16:creationId xmlns:a16="http://schemas.microsoft.com/office/drawing/2014/main" id="{6EF490A6-699F-A7B4-740F-F7B08CDDA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7180" y="6169732"/>
                <a:ext cx="594360" cy="392993"/>
              </a:xfrm>
              <a:prstGeom prst="rect">
                <a:avLst/>
              </a:prstGeom>
              <a:blipFill>
                <a:blip r:embed="rId26"/>
                <a:stretch>
                  <a:fillRect r="-288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6" name="文本框 225">
                <a:extLst>
                  <a:ext uri="{FF2B5EF4-FFF2-40B4-BE49-F238E27FC236}">
                    <a16:creationId xmlns:a16="http://schemas.microsoft.com/office/drawing/2014/main" id="{F0B63DE7-9E57-3F23-3BFF-ED746F7EC95C}"/>
                  </a:ext>
                </a:extLst>
              </p:cNvPr>
              <p:cNvSpPr txBox="1"/>
              <p:nvPr/>
            </p:nvSpPr>
            <p:spPr>
              <a:xfrm>
                <a:off x="7496175" y="7505700"/>
                <a:ext cx="594360" cy="4267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𝒊𝒏𝒇𝒐</m:t>
                          </m:r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𝒓𝒆𝒔𝒑</m:t>
                          </m:r>
                        </m:sup>
                      </m:sSubSup>
                    </m:oMath>
                  </m:oMathPara>
                </a14:m>
                <a:endParaRPr lang="zh-CN" altLang="en-US" b="1" i="1">
                  <a:solidFill>
                    <a:srgbClr val="1D5A78"/>
                  </a:solidFill>
                </a:endParaRPr>
              </a:p>
            </p:txBody>
          </p:sp>
        </mc:Choice>
        <mc:Fallback>
          <p:sp>
            <p:nvSpPr>
              <p:cNvPr id="226" name="文本框 225">
                <a:extLst>
                  <a:ext uri="{FF2B5EF4-FFF2-40B4-BE49-F238E27FC236}">
                    <a16:creationId xmlns:a16="http://schemas.microsoft.com/office/drawing/2014/main" id="{F0B63DE7-9E57-3F23-3BFF-ED746F7EC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6175" y="7505700"/>
                <a:ext cx="594360" cy="426784"/>
              </a:xfrm>
              <a:prstGeom prst="rect">
                <a:avLst/>
              </a:prstGeom>
              <a:blipFill>
                <a:blip r:embed="rId27"/>
                <a:stretch>
                  <a:fillRect r="-865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7" name="文本框 226">
                <a:extLst>
                  <a:ext uri="{FF2B5EF4-FFF2-40B4-BE49-F238E27FC236}">
                    <a16:creationId xmlns:a16="http://schemas.microsoft.com/office/drawing/2014/main" id="{A0717A10-D3E9-BA62-5C6E-6C40A477576C}"/>
                  </a:ext>
                </a:extLst>
              </p:cNvPr>
              <p:cNvSpPr txBox="1"/>
              <p:nvPr/>
            </p:nvSpPr>
            <p:spPr>
              <a:xfrm>
                <a:off x="8789670" y="7517130"/>
                <a:ext cx="594360" cy="424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𝒑𝒉𝒚</m:t>
                          </m:r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𝒓𝒆𝒔𝒑</m:t>
                          </m:r>
                        </m:sup>
                      </m:sSubSup>
                    </m:oMath>
                  </m:oMathPara>
                </a14:m>
                <a:endParaRPr lang="zh-CN" altLang="en-US" b="1" i="1">
                  <a:solidFill>
                    <a:srgbClr val="A9502D"/>
                  </a:solidFill>
                </a:endParaRPr>
              </a:p>
            </p:txBody>
          </p:sp>
        </mc:Choice>
        <mc:Fallback>
          <p:sp>
            <p:nvSpPr>
              <p:cNvPr id="227" name="文本框 226">
                <a:extLst>
                  <a:ext uri="{FF2B5EF4-FFF2-40B4-BE49-F238E27FC236}">
                    <a16:creationId xmlns:a16="http://schemas.microsoft.com/office/drawing/2014/main" id="{A0717A10-D3E9-BA62-5C6E-6C40A4775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9670" y="7517130"/>
                <a:ext cx="594360" cy="424412"/>
              </a:xfrm>
              <a:prstGeom prst="rect">
                <a:avLst/>
              </a:prstGeom>
              <a:blipFill>
                <a:blip r:embed="rId28"/>
                <a:stretch>
                  <a:fillRect r="-773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8" name="文本框 227">
                <a:extLst>
                  <a:ext uri="{FF2B5EF4-FFF2-40B4-BE49-F238E27FC236}">
                    <a16:creationId xmlns:a16="http://schemas.microsoft.com/office/drawing/2014/main" id="{BC50FF85-D618-CF27-3352-3986C2AEF899}"/>
                  </a:ext>
                </a:extLst>
              </p:cNvPr>
              <p:cNvSpPr txBox="1"/>
              <p:nvPr/>
            </p:nvSpPr>
            <p:spPr>
              <a:xfrm>
                <a:off x="10206037" y="7561969"/>
                <a:ext cx="594360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𝒍𝒆𝒂𝒅</m:t>
                          </m:r>
                        </m:sup>
                      </m:sSubSup>
                    </m:oMath>
                  </m:oMathPara>
                </a14:m>
                <a:endParaRPr lang="zh-CN" altLang="en-US" b="1" i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28" name="文本框 227">
                <a:extLst>
                  <a:ext uri="{FF2B5EF4-FFF2-40B4-BE49-F238E27FC236}">
                    <a16:creationId xmlns:a16="http://schemas.microsoft.com/office/drawing/2014/main" id="{BC50FF85-D618-CF27-3352-3986C2AEF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6037" y="7561969"/>
                <a:ext cx="594360" cy="392993"/>
              </a:xfrm>
              <a:prstGeom prst="rect">
                <a:avLst/>
              </a:prstGeom>
              <a:blipFill>
                <a:blip r:embed="rId29"/>
                <a:stretch>
                  <a:fillRect r="-275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0" name="文本框 229">
                <a:extLst>
                  <a:ext uri="{FF2B5EF4-FFF2-40B4-BE49-F238E27FC236}">
                    <a16:creationId xmlns:a16="http://schemas.microsoft.com/office/drawing/2014/main" id="{1FFEFDD5-5501-C102-5D00-9F6E98661811}"/>
                  </a:ext>
                </a:extLst>
              </p:cNvPr>
              <p:cNvSpPr txBox="1"/>
              <p:nvPr/>
            </p:nvSpPr>
            <p:spPr>
              <a:xfrm>
                <a:off x="11052333" y="7507806"/>
                <a:ext cx="594360" cy="424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𝒑𝒉𝒚</m:t>
                          </m:r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𝒓𝒆𝒔𝒑</m:t>
                          </m:r>
                        </m:sup>
                      </m:sSubSup>
                    </m:oMath>
                  </m:oMathPara>
                </a14:m>
                <a:endParaRPr lang="zh-CN" altLang="en-US" b="1" i="1">
                  <a:solidFill>
                    <a:srgbClr val="A9502D"/>
                  </a:solidFill>
                </a:endParaRPr>
              </a:p>
            </p:txBody>
          </p:sp>
        </mc:Choice>
        <mc:Fallback>
          <p:sp>
            <p:nvSpPr>
              <p:cNvPr id="230" name="文本框 229">
                <a:extLst>
                  <a:ext uri="{FF2B5EF4-FFF2-40B4-BE49-F238E27FC236}">
                    <a16:creationId xmlns:a16="http://schemas.microsoft.com/office/drawing/2014/main" id="{1FFEFDD5-5501-C102-5D00-9F6E98661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2333" y="7507806"/>
                <a:ext cx="594360" cy="424412"/>
              </a:xfrm>
              <a:prstGeom prst="rect">
                <a:avLst/>
              </a:prstGeom>
              <a:blipFill>
                <a:blip r:embed="rId30"/>
                <a:stretch>
                  <a:fillRect r="-765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1" name="文本框 230">
                <a:extLst>
                  <a:ext uri="{FF2B5EF4-FFF2-40B4-BE49-F238E27FC236}">
                    <a16:creationId xmlns:a16="http://schemas.microsoft.com/office/drawing/2014/main" id="{004DAC47-4E23-AA43-76F4-6E6C012FD473}"/>
                  </a:ext>
                </a:extLst>
              </p:cNvPr>
              <p:cNvSpPr txBox="1"/>
              <p:nvPr/>
            </p:nvSpPr>
            <p:spPr>
              <a:xfrm>
                <a:off x="12244387" y="7506620"/>
                <a:ext cx="594360" cy="4267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𝒊𝒏𝒇𝒐</m:t>
                          </m:r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𝒓𝒆𝒔𝒑</m:t>
                          </m:r>
                        </m:sup>
                      </m:sSubSup>
                    </m:oMath>
                  </m:oMathPara>
                </a14:m>
                <a:endParaRPr lang="zh-CN" altLang="en-US" b="1" i="1">
                  <a:solidFill>
                    <a:srgbClr val="1D5A78"/>
                  </a:solidFill>
                </a:endParaRPr>
              </a:p>
            </p:txBody>
          </p:sp>
        </mc:Choice>
        <mc:Fallback>
          <p:sp>
            <p:nvSpPr>
              <p:cNvPr id="231" name="文本框 230">
                <a:extLst>
                  <a:ext uri="{FF2B5EF4-FFF2-40B4-BE49-F238E27FC236}">
                    <a16:creationId xmlns:a16="http://schemas.microsoft.com/office/drawing/2014/main" id="{004DAC47-4E23-AA43-76F4-6E6C012FD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4387" y="7506620"/>
                <a:ext cx="594360" cy="426784"/>
              </a:xfrm>
              <a:prstGeom prst="rect">
                <a:avLst/>
              </a:prstGeom>
              <a:blipFill>
                <a:blip r:embed="rId31"/>
                <a:stretch>
                  <a:fillRect r="-865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2" name="矩形 231">
                <a:extLst>
                  <a:ext uri="{FF2B5EF4-FFF2-40B4-BE49-F238E27FC236}">
                    <a16:creationId xmlns:a16="http://schemas.microsoft.com/office/drawing/2014/main" id="{FFC0CEC7-305D-63B6-C8EC-87677AE057D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145337" y="9243060"/>
                <a:ext cx="952500" cy="3429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Autofit/>
              </a:bodyPr>
              <a:lstStyle/>
              <a:p>
                <a:pPr algn="ctr">
                  <a:defRPr sz="1950" b="0" i="1">
                    <a:solidFill>
                      <a:srgbClr val="102A43"/>
                    </a:solidFill>
                    <a:latin typeface="Cambria"/>
                    <a:ea typeface="Cambria"/>
                    <a:cs typeface="Cambria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altLang="zh-CN" sz="2000" b="0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ar-AE" sz="2000" b="0" i="0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ω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000" i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prephy</m:t>
                          </m:r>
                        </m:sup>
                      </m:sSubSup>
                    </m:oMath>
                  </m:oMathPara>
                </a14:m>
                <a:endParaRPr lang="ar-AE" sz="2000" b="0">
                  <a:solidFill>
                    <a:srgbClr val="2E6A5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32" name="矩形 231">
                <a:extLst>
                  <a:ext uri="{FF2B5EF4-FFF2-40B4-BE49-F238E27FC236}">
                    <a16:creationId xmlns:a16="http://schemas.microsoft.com/office/drawing/2014/main" id="{FFC0CEC7-305D-63B6-C8EC-87677AE057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5337" y="9243060"/>
                <a:ext cx="952500" cy="342900"/>
              </a:xfrm>
              <a:prstGeom prst="rect">
                <a:avLst/>
              </a:prstGeom>
              <a:blipFill>
                <a:blip r:embed="rId32"/>
                <a:stretch>
                  <a:fillRect l="-5128" t="-8772" r="-12821" b="-49123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3" name="矩形 232">
                <a:extLst>
                  <a:ext uri="{FF2B5EF4-FFF2-40B4-BE49-F238E27FC236}">
                    <a16:creationId xmlns:a16="http://schemas.microsoft.com/office/drawing/2014/main" id="{3F997E41-E0FC-1B11-E557-2876F02CC75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168640" y="9229725"/>
                <a:ext cx="952500" cy="3429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Autofit/>
              </a:bodyPr>
              <a:lstStyle/>
              <a:p>
                <a:pPr algn="ctr">
                  <a:defRPr sz="1950" b="0" i="1">
                    <a:solidFill>
                      <a:srgbClr val="102A43"/>
                    </a:solidFill>
                    <a:latin typeface="Cambria"/>
                    <a:ea typeface="Cambria"/>
                    <a:cs typeface="Cambria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altLang="zh-CN" sz="20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T</m:t>
                          </m:r>
                        </m:e>
                        <m:sub>
                          <m:r>
                            <a:rPr lang="zh-CN" altLang="ar-AE" sz="20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𝜔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000" i="1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out</m:t>
                          </m:r>
                        </m:sup>
                      </m:sSubSup>
                    </m:oMath>
                  </m:oMathPara>
                </a14:m>
                <a:endParaRPr lang="ar-AE" sz="2000" b="0" i="1">
                  <a:solidFill>
                    <a:srgbClr val="2E6A5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33" name="矩形 232">
                <a:extLst>
                  <a:ext uri="{FF2B5EF4-FFF2-40B4-BE49-F238E27FC236}">
                    <a16:creationId xmlns:a16="http://schemas.microsoft.com/office/drawing/2014/main" id="{3F997E41-E0FC-1B11-E557-2876F02CC7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8640" y="9229725"/>
                <a:ext cx="952500" cy="342900"/>
              </a:xfrm>
              <a:prstGeom prst="rect">
                <a:avLst/>
              </a:prstGeom>
              <a:blipFill>
                <a:blip r:embed="rId33"/>
                <a:stretch>
                  <a:fillRect t="-17857" b="-41071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325222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632</Words>
  <Application>Microsoft Office PowerPoint</Application>
  <DocSecurity>0</DocSecurity>
  <PresentationFormat>自定义</PresentationFormat>
  <Paragraphs>230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Calibri</vt:lpstr>
      <vt:lpstr>Cambria Math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尧珅 禹</cp:lastModifiedBy>
  <cp:revision>7</cp:revision>
  <dcterms:created xsi:type="dcterms:W3CDTF">2026-09-19T09:18:07Z</dcterms:created>
  <dcterms:modified xsi:type="dcterms:W3CDTF">2026-09-20T13:48:55Z</dcterms:modified>
</cp:coreProperties>
</file>